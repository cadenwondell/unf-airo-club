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73" r:id="rId3"/>
    <p:sldId id="274" r:id="rId4"/>
    <p:sldId id="277" r:id="rId5"/>
    <p:sldId id="276" r:id="rId6"/>
    <p:sldId id="278" r:id="rId7"/>
    <p:sldId id="279" r:id="rId8"/>
    <p:sldId id="280" r:id="rId9"/>
    <p:sldId id="281" r:id="rId10"/>
    <p:sldId id="283" r:id="rId11"/>
    <p:sldId id="284" r:id="rId12"/>
    <p:sldId id="285" r:id="rId13"/>
    <p:sldId id="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913400-FA23-23C1-10C4-CE6EA929F7A1}" v="1" dt="2026-09-24T14:45:22.5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/>
    <p:restoredTop sz="94678"/>
  </p:normalViewPr>
  <p:slideViewPr>
    <p:cSldViewPr snapToGrid="0">
      <p:cViewPr varScale="1">
        <p:scale>
          <a:sx n="150" d="100"/>
          <a:sy n="150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ndell, Caden" userId="b885878a-f666-4043-993b-3a3ba6da7d6a" providerId="ADAL" clId="{0F0CC14B-EC09-54AC-AC28-D7D11B888848}"/>
    <pc:docChg chg="undo custSel addSld delSld modSld sldOrd">
      <pc:chgData name="Wondell, Caden" userId="b885878a-f666-4043-993b-3a3ba6da7d6a" providerId="ADAL" clId="{0F0CC14B-EC09-54AC-AC28-D7D11B888848}" dt="2026-09-16T19:54:12.852" v="2802" actId="1076"/>
      <pc:docMkLst>
        <pc:docMk/>
      </pc:docMkLst>
      <pc:sldChg chg="addSp modSp new mod">
        <pc:chgData name="Wondell, Caden" userId="b885878a-f666-4043-993b-3a3ba6da7d6a" providerId="ADAL" clId="{0F0CC14B-EC09-54AC-AC28-D7D11B888848}" dt="2026-09-16T18:43:49.704" v="1185" actId="767"/>
        <pc:sldMkLst>
          <pc:docMk/>
          <pc:sldMk cId="2068992931" sldId="276"/>
        </pc:sldMkLst>
        <pc:spChg chg="mod">
          <ac:chgData name="Wondell, Caden" userId="b885878a-f666-4043-993b-3a3ba6da7d6a" providerId="ADAL" clId="{0F0CC14B-EC09-54AC-AC28-D7D11B888848}" dt="2026-09-16T18:39:33.675" v="967" actId="255"/>
          <ac:spMkLst>
            <pc:docMk/>
            <pc:sldMk cId="2068992931" sldId="276"/>
            <ac:spMk id="2" creationId="{C7BEB7AA-9082-94AC-32C8-6DE063763F22}"/>
          </ac:spMkLst>
        </pc:spChg>
        <pc:spChg chg="mod">
          <ac:chgData name="Wondell, Caden" userId="b885878a-f666-4043-993b-3a3ba6da7d6a" providerId="ADAL" clId="{0F0CC14B-EC09-54AC-AC28-D7D11B888848}" dt="2026-09-16T18:43:36.289" v="1183" actId="1076"/>
          <ac:spMkLst>
            <pc:docMk/>
            <pc:sldMk cId="2068992931" sldId="276"/>
            <ac:spMk id="3" creationId="{B16EAD5B-C219-6ACA-4E5D-6DE37C1F1278}"/>
          </ac:spMkLst>
        </pc:spChg>
      </pc:sldChg>
      <pc:sldChg chg="modSp new mod">
        <pc:chgData name="Wondell, Caden" userId="b885878a-f666-4043-993b-3a3ba6da7d6a" providerId="ADAL" clId="{0F0CC14B-EC09-54AC-AC28-D7D11B888848}" dt="2026-09-16T19:30:23.828" v="2535"/>
        <pc:sldMkLst>
          <pc:docMk/>
          <pc:sldMk cId="23017081" sldId="277"/>
        </pc:sldMkLst>
        <pc:spChg chg="mod">
          <ac:chgData name="Wondell, Caden" userId="b885878a-f666-4043-993b-3a3ba6da7d6a" providerId="ADAL" clId="{0F0CC14B-EC09-54AC-AC28-D7D11B888848}" dt="2026-09-16T18:29:53.709" v="426"/>
          <ac:spMkLst>
            <pc:docMk/>
            <pc:sldMk cId="23017081" sldId="277"/>
            <ac:spMk id="2" creationId="{22030EF3-FEB3-D4C9-E11A-FA5B6C6751F2}"/>
          </ac:spMkLst>
        </pc:spChg>
        <pc:spChg chg="mod">
          <ac:chgData name="Wondell, Caden" userId="b885878a-f666-4043-993b-3a3ba6da7d6a" providerId="ADAL" clId="{0F0CC14B-EC09-54AC-AC28-D7D11B888848}" dt="2026-09-16T19:30:23.828" v="2535"/>
          <ac:spMkLst>
            <pc:docMk/>
            <pc:sldMk cId="23017081" sldId="277"/>
            <ac:spMk id="3" creationId="{5808BC1A-46CB-BA54-40A6-29EC2D30F0E2}"/>
          </ac:spMkLst>
        </pc:spChg>
      </pc:sldChg>
      <pc:sldChg chg="addSp modSp new mod">
        <pc:chgData name="Wondell, Caden" userId="b885878a-f666-4043-993b-3a3ba6da7d6a" providerId="ADAL" clId="{0F0CC14B-EC09-54AC-AC28-D7D11B888848}" dt="2026-09-16T18:50:05.847" v="1463" actId="1076"/>
        <pc:sldMkLst>
          <pc:docMk/>
          <pc:sldMk cId="4264673842" sldId="278"/>
        </pc:sldMkLst>
        <pc:spChg chg="mod">
          <ac:chgData name="Wondell, Caden" userId="b885878a-f666-4043-993b-3a3ba6da7d6a" providerId="ADAL" clId="{0F0CC14B-EC09-54AC-AC28-D7D11B888848}" dt="2026-09-16T18:49:55.912" v="1460" actId="255"/>
          <ac:spMkLst>
            <pc:docMk/>
            <pc:sldMk cId="4264673842" sldId="278"/>
            <ac:spMk id="2" creationId="{6349F5EA-9FF5-715A-59E2-53563EE0999A}"/>
          </ac:spMkLst>
        </pc:spChg>
        <pc:spChg chg="mod">
          <ac:chgData name="Wondell, Caden" userId="b885878a-f666-4043-993b-3a3ba6da7d6a" providerId="ADAL" clId="{0F0CC14B-EC09-54AC-AC28-D7D11B888848}" dt="2026-09-16T18:50:00.419" v="1462" actId="27636"/>
          <ac:spMkLst>
            <pc:docMk/>
            <pc:sldMk cId="4264673842" sldId="278"/>
            <ac:spMk id="3" creationId="{E77C92D5-4462-B302-2F4C-ABDA02F9C3C3}"/>
          </ac:spMkLst>
        </pc:spChg>
        <pc:graphicFrameChg chg="add mod modGraphic">
          <ac:chgData name="Wondell, Caden" userId="b885878a-f666-4043-993b-3a3ba6da7d6a" providerId="ADAL" clId="{0F0CC14B-EC09-54AC-AC28-D7D11B888848}" dt="2026-09-16T18:50:05.847" v="1463" actId="1076"/>
          <ac:graphicFrameMkLst>
            <pc:docMk/>
            <pc:sldMk cId="4264673842" sldId="278"/>
            <ac:graphicFrameMk id="4" creationId="{0632D878-1AD6-D90B-B291-CB0F1742E81E}"/>
          </ac:graphicFrameMkLst>
        </pc:graphicFrameChg>
      </pc:sldChg>
      <pc:sldChg chg="addSp modSp new mod">
        <pc:chgData name="Wondell, Caden" userId="b885878a-f666-4043-993b-3a3ba6da7d6a" providerId="ADAL" clId="{0F0CC14B-EC09-54AC-AC28-D7D11B888848}" dt="2026-09-16T19:30:39.942" v="2536" actId="20577"/>
        <pc:sldMkLst>
          <pc:docMk/>
          <pc:sldMk cId="1297317207" sldId="279"/>
        </pc:sldMkLst>
        <pc:spChg chg="mod">
          <ac:chgData name="Wondell, Caden" userId="b885878a-f666-4043-993b-3a3ba6da7d6a" providerId="ADAL" clId="{0F0CC14B-EC09-54AC-AC28-D7D11B888848}" dt="2026-09-16T18:53:09.745" v="1516" actId="20577"/>
          <ac:spMkLst>
            <pc:docMk/>
            <pc:sldMk cId="1297317207" sldId="279"/>
            <ac:spMk id="2" creationId="{475580C7-C9D6-A30F-2A6B-156F088A9539}"/>
          </ac:spMkLst>
        </pc:spChg>
        <pc:spChg chg="mod">
          <ac:chgData name="Wondell, Caden" userId="b885878a-f666-4043-993b-3a3ba6da7d6a" providerId="ADAL" clId="{0F0CC14B-EC09-54AC-AC28-D7D11B888848}" dt="2026-09-16T19:30:39.942" v="2536" actId="20577"/>
          <ac:spMkLst>
            <pc:docMk/>
            <pc:sldMk cId="1297317207" sldId="279"/>
            <ac:spMk id="3" creationId="{A7751517-494E-B8D9-2206-D58C81E117C1}"/>
          </ac:spMkLst>
        </pc:spChg>
        <pc:graphicFrameChg chg="add mod modGraphic">
          <ac:chgData name="Wondell, Caden" userId="b885878a-f666-4043-993b-3a3ba6da7d6a" providerId="ADAL" clId="{0F0CC14B-EC09-54AC-AC28-D7D11B888848}" dt="2026-09-16T19:14:45.806" v="1801" actId="1076"/>
          <ac:graphicFrameMkLst>
            <pc:docMk/>
            <pc:sldMk cId="1297317207" sldId="279"/>
            <ac:graphicFrameMk id="4" creationId="{E5F2F136-88CE-CC3E-2840-B563AB1FB1C0}"/>
          </ac:graphicFrameMkLst>
        </pc:graphicFrameChg>
      </pc:sldChg>
      <pc:sldChg chg="modSp new mod">
        <pc:chgData name="Wondell, Caden" userId="b885878a-f666-4043-993b-3a3ba6da7d6a" providerId="ADAL" clId="{0F0CC14B-EC09-54AC-AC28-D7D11B888848}" dt="2026-09-16T19:24:35.882" v="2036" actId="14100"/>
        <pc:sldMkLst>
          <pc:docMk/>
          <pc:sldMk cId="1583308144" sldId="280"/>
        </pc:sldMkLst>
        <pc:spChg chg="mod">
          <ac:chgData name="Wondell, Caden" userId="b885878a-f666-4043-993b-3a3ba6da7d6a" providerId="ADAL" clId="{0F0CC14B-EC09-54AC-AC28-D7D11B888848}" dt="2026-09-16T19:15:31.144" v="1859" actId="255"/>
          <ac:spMkLst>
            <pc:docMk/>
            <pc:sldMk cId="1583308144" sldId="280"/>
            <ac:spMk id="2" creationId="{B5D900A1-4F05-731D-AEB4-A9F0B13BD60A}"/>
          </ac:spMkLst>
        </pc:spChg>
        <pc:spChg chg="mod">
          <ac:chgData name="Wondell, Caden" userId="b885878a-f666-4043-993b-3a3ba6da7d6a" providerId="ADAL" clId="{0F0CC14B-EC09-54AC-AC28-D7D11B888848}" dt="2026-09-16T19:24:35.882" v="2036" actId="14100"/>
          <ac:spMkLst>
            <pc:docMk/>
            <pc:sldMk cId="1583308144" sldId="280"/>
            <ac:spMk id="3" creationId="{1BBFACB8-E161-8C5B-5BF9-A46C5E3C47E3}"/>
          </ac:spMkLst>
        </pc:spChg>
      </pc:sldChg>
      <pc:sldChg chg="addSp modSp new mod">
        <pc:chgData name="Wondell, Caden" userId="b885878a-f666-4043-993b-3a3ba6da7d6a" providerId="ADAL" clId="{0F0CC14B-EC09-54AC-AC28-D7D11B888848}" dt="2026-09-16T19:28:13.654" v="2348" actId="1076"/>
        <pc:sldMkLst>
          <pc:docMk/>
          <pc:sldMk cId="2519329739" sldId="281"/>
        </pc:sldMkLst>
        <pc:spChg chg="mod">
          <ac:chgData name="Wondell, Caden" userId="b885878a-f666-4043-993b-3a3ba6da7d6a" providerId="ADAL" clId="{0F0CC14B-EC09-54AC-AC28-D7D11B888848}" dt="2026-09-16T19:24:15.110" v="2033" actId="14100"/>
          <ac:spMkLst>
            <pc:docMk/>
            <pc:sldMk cId="2519329739" sldId="281"/>
            <ac:spMk id="2" creationId="{6E42DE9E-9485-1A8E-12D3-FF80833A863D}"/>
          </ac:spMkLst>
        </pc:spChg>
        <pc:spChg chg="mod">
          <ac:chgData name="Wondell, Caden" userId="b885878a-f666-4043-993b-3a3ba6da7d6a" providerId="ADAL" clId="{0F0CC14B-EC09-54AC-AC28-D7D11B888848}" dt="2026-09-16T19:27:17.106" v="2256" actId="20577"/>
          <ac:spMkLst>
            <pc:docMk/>
            <pc:sldMk cId="2519329739" sldId="281"/>
            <ac:spMk id="3" creationId="{4FA94EAB-DE93-08E5-FA31-F3AF068387E2}"/>
          </ac:spMkLst>
        </pc:spChg>
        <pc:graphicFrameChg chg="add mod modGraphic">
          <ac:chgData name="Wondell, Caden" userId="b885878a-f666-4043-993b-3a3ba6da7d6a" providerId="ADAL" clId="{0F0CC14B-EC09-54AC-AC28-D7D11B888848}" dt="2026-09-16T19:28:13.654" v="2348" actId="1076"/>
          <ac:graphicFrameMkLst>
            <pc:docMk/>
            <pc:sldMk cId="2519329739" sldId="281"/>
            <ac:graphicFrameMk id="4" creationId="{93F77BB3-E9BC-4CEB-48E3-8196A9BF5365}"/>
          </ac:graphicFrameMkLst>
        </pc:graphicFrameChg>
      </pc:sldChg>
      <pc:sldChg chg="addSp delSp modSp new mod ord">
        <pc:chgData name="Wondell, Caden" userId="b885878a-f666-4043-993b-3a3ba6da7d6a" providerId="ADAL" clId="{0F0CC14B-EC09-54AC-AC28-D7D11B888848}" dt="2026-09-16T19:54:12.852" v="2802" actId="1076"/>
        <pc:sldMkLst>
          <pc:docMk/>
          <pc:sldMk cId="3719475927" sldId="282"/>
        </pc:sldMkLst>
        <pc:spChg chg="mod">
          <ac:chgData name="Wondell, Caden" userId="b885878a-f666-4043-993b-3a3ba6da7d6a" providerId="ADAL" clId="{0F0CC14B-EC09-54AC-AC28-D7D11B888848}" dt="2026-09-16T19:28:41.080" v="2355" actId="20577"/>
          <ac:spMkLst>
            <pc:docMk/>
            <pc:sldMk cId="3719475927" sldId="282"/>
            <ac:spMk id="2" creationId="{5984D927-C2E8-1C31-29D4-A3C3E96C84CD}"/>
          </ac:spMkLst>
        </pc:spChg>
        <pc:spChg chg="add mod">
          <ac:chgData name="Wondell, Caden" userId="b885878a-f666-4043-993b-3a3ba6da7d6a" providerId="ADAL" clId="{0F0CC14B-EC09-54AC-AC28-D7D11B888848}" dt="2026-09-16T19:54:06.218" v="2801" actId="1076"/>
          <ac:spMkLst>
            <pc:docMk/>
            <pc:sldMk cId="3719475927" sldId="282"/>
            <ac:spMk id="6" creationId="{75AA2D55-218A-623C-0092-C715A51D4459}"/>
          </ac:spMkLst>
        </pc:spChg>
        <pc:graphicFrameChg chg="add mod ord modGraphic">
          <ac:chgData name="Wondell, Caden" userId="b885878a-f666-4043-993b-3a3ba6da7d6a" providerId="ADAL" clId="{0F0CC14B-EC09-54AC-AC28-D7D11B888848}" dt="2026-09-16T19:54:12.852" v="2802" actId="1076"/>
          <ac:graphicFrameMkLst>
            <pc:docMk/>
            <pc:sldMk cId="3719475927" sldId="282"/>
            <ac:graphicFrameMk id="4" creationId="{9C2B377C-94C1-865D-905F-AC2088999EDB}"/>
          </ac:graphicFrameMkLst>
        </pc:graphicFrameChg>
      </pc:sldChg>
      <pc:sldChg chg="addSp modSp new mod">
        <pc:chgData name="Wondell, Caden" userId="b885878a-f666-4043-993b-3a3ba6da7d6a" providerId="ADAL" clId="{0F0CC14B-EC09-54AC-AC28-D7D11B888848}" dt="2026-09-16T19:41:16.921" v="2610" actId="1037"/>
        <pc:sldMkLst>
          <pc:docMk/>
          <pc:sldMk cId="3516542795" sldId="283"/>
        </pc:sldMkLst>
        <pc:spChg chg="mod">
          <ac:chgData name="Wondell, Caden" userId="b885878a-f666-4043-993b-3a3ba6da7d6a" providerId="ADAL" clId="{0F0CC14B-EC09-54AC-AC28-D7D11B888848}" dt="2026-09-16T19:31:56.325" v="2564" actId="20577"/>
          <ac:spMkLst>
            <pc:docMk/>
            <pc:sldMk cId="3516542795" sldId="283"/>
            <ac:spMk id="2" creationId="{006EDD1F-5F92-2476-5610-B0F9384796BA}"/>
          </ac:spMkLst>
        </pc:spChg>
        <pc:spChg chg="mod">
          <ac:chgData name="Wondell, Caden" userId="b885878a-f666-4043-993b-3a3ba6da7d6a" providerId="ADAL" clId="{0F0CC14B-EC09-54AC-AC28-D7D11B888848}" dt="2026-09-16T19:33:28.608" v="2565" actId="20577"/>
          <ac:spMkLst>
            <pc:docMk/>
            <pc:sldMk cId="3516542795" sldId="283"/>
            <ac:spMk id="3" creationId="{92CBFE66-F9A5-278C-876A-4FCB53B5BFF6}"/>
          </ac:spMkLst>
        </pc:spChg>
        <pc:picChg chg="add mod">
          <ac:chgData name="Wondell, Caden" userId="b885878a-f666-4043-993b-3a3ba6da7d6a" providerId="ADAL" clId="{0F0CC14B-EC09-54AC-AC28-D7D11B888848}" dt="2026-09-16T19:41:16.921" v="2610" actId="1037"/>
          <ac:picMkLst>
            <pc:docMk/>
            <pc:sldMk cId="3516542795" sldId="283"/>
            <ac:picMk id="5" creationId="{78A13BD2-7C46-020D-0E2E-D9886F3FCBC1}"/>
          </ac:picMkLst>
        </pc:picChg>
      </pc:sldChg>
      <pc:sldChg chg="addSp modSp new mod">
        <pc:chgData name="Wondell, Caden" userId="b885878a-f666-4043-993b-3a3ba6da7d6a" providerId="ADAL" clId="{0F0CC14B-EC09-54AC-AC28-D7D11B888848}" dt="2026-09-16T19:45:31.288" v="2680" actId="1076"/>
        <pc:sldMkLst>
          <pc:docMk/>
          <pc:sldMk cId="975049687" sldId="284"/>
        </pc:sldMkLst>
        <pc:spChg chg="mod">
          <ac:chgData name="Wondell, Caden" userId="b885878a-f666-4043-993b-3a3ba6da7d6a" providerId="ADAL" clId="{0F0CC14B-EC09-54AC-AC28-D7D11B888848}" dt="2026-09-16T19:41:56.335" v="2631" actId="20577"/>
          <ac:spMkLst>
            <pc:docMk/>
            <pc:sldMk cId="975049687" sldId="284"/>
            <ac:spMk id="2" creationId="{55EB02FA-6FF0-2752-C912-1B1C46B42CF3}"/>
          </ac:spMkLst>
        </pc:spChg>
        <pc:spChg chg="mod">
          <ac:chgData name="Wondell, Caden" userId="b885878a-f666-4043-993b-3a3ba6da7d6a" providerId="ADAL" clId="{0F0CC14B-EC09-54AC-AC28-D7D11B888848}" dt="2026-09-16T19:44:55.288" v="2672" actId="255"/>
          <ac:spMkLst>
            <pc:docMk/>
            <pc:sldMk cId="975049687" sldId="284"/>
            <ac:spMk id="3" creationId="{A74CBAD0-C7A4-CE16-CB9F-88E956F777C5}"/>
          </ac:spMkLst>
        </pc:spChg>
        <pc:picChg chg="add mod">
          <ac:chgData name="Wondell, Caden" userId="b885878a-f666-4043-993b-3a3ba6da7d6a" providerId="ADAL" clId="{0F0CC14B-EC09-54AC-AC28-D7D11B888848}" dt="2026-09-16T19:45:31.288" v="2680" actId="1076"/>
          <ac:picMkLst>
            <pc:docMk/>
            <pc:sldMk cId="975049687" sldId="284"/>
            <ac:picMk id="5" creationId="{8127C08B-08A5-2D03-6977-CE768F6D7688}"/>
          </ac:picMkLst>
        </pc:picChg>
      </pc:sldChg>
      <pc:sldChg chg="addSp modSp new mod">
        <pc:chgData name="Wondell, Caden" userId="b885878a-f666-4043-993b-3a3ba6da7d6a" providerId="ADAL" clId="{0F0CC14B-EC09-54AC-AC28-D7D11B888848}" dt="2026-09-16T19:52:19.984" v="2779" actId="1076"/>
        <pc:sldMkLst>
          <pc:docMk/>
          <pc:sldMk cId="3333897297" sldId="285"/>
        </pc:sldMkLst>
        <pc:spChg chg="mod">
          <ac:chgData name="Wondell, Caden" userId="b885878a-f666-4043-993b-3a3ba6da7d6a" providerId="ADAL" clId="{0F0CC14B-EC09-54AC-AC28-D7D11B888848}" dt="2026-09-16T19:46:21.491" v="2714" actId="20577"/>
          <ac:spMkLst>
            <pc:docMk/>
            <pc:sldMk cId="3333897297" sldId="285"/>
            <ac:spMk id="2" creationId="{C727D817-3D5D-CE6F-CB80-65EBE2D81F52}"/>
          </ac:spMkLst>
        </pc:spChg>
        <pc:spChg chg="mod">
          <ac:chgData name="Wondell, Caden" userId="b885878a-f666-4043-993b-3a3ba6da7d6a" providerId="ADAL" clId="{0F0CC14B-EC09-54AC-AC28-D7D11B888848}" dt="2026-09-16T19:51:58.700" v="2773" actId="14100"/>
          <ac:spMkLst>
            <pc:docMk/>
            <pc:sldMk cId="3333897297" sldId="285"/>
            <ac:spMk id="3" creationId="{3D9670FE-C0CD-A9C7-80DC-2EDDB8D13295}"/>
          </ac:spMkLst>
        </pc:spChg>
        <pc:picChg chg="add mod">
          <ac:chgData name="Wondell, Caden" userId="b885878a-f666-4043-993b-3a3ba6da7d6a" providerId="ADAL" clId="{0F0CC14B-EC09-54AC-AC28-D7D11B888848}" dt="2026-09-16T19:52:19.984" v="2779" actId="1076"/>
          <ac:picMkLst>
            <pc:docMk/>
            <pc:sldMk cId="3333897297" sldId="285"/>
            <ac:picMk id="5" creationId="{BD0925E9-662C-B4D6-A1CA-72748D77E109}"/>
          </ac:picMkLst>
        </pc:picChg>
      </pc:sldChg>
    </pc:docChg>
  </pc:docChgLst>
  <pc:docChgLst>
    <pc:chgData name="Wondell, Caden" userId="S::n01535027@unf.edu::b885878a-f666-4043-993b-3a3ba6da7d6a" providerId="AD" clId="Web-{00000000-0000-0000-0000-000000000000}"/>
    <pc:docChg chg="addSld modSld">
      <pc:chgData name="Wondell, Caden" userId="S::n01535027@unf.edu::b885878a-f666-4043-993b-3a3ba6da7d6a" providerId="AD" clId="Web-{00000000-0000-0000-0000-000000000000}" dt="2026-09-16T17:57:23.615" v="43"/>
      <pc:docMkLst>
        <pc:docMk/>
      </pc:docMkLst>
      <pc:sldChg chg="addSp delSp modSp">
        <pc:chgData name="Wondell, Caden" userId="S::n01535027@unf.edu::b885878a-f666-4043-993b-3a3ba6da7d6a" providerId="AD" clId="Web-{00000000-0000-0000-0000-000000000000}" dt="2026-09-16T17:56:51.677" v="16" actId="1076"/>
        <pc:sldMkLst>
          <pc:docMk/>
          <pc:sldMk cId="2586354993" sldId="272"/>
        </pc:sldMkLst>
        <pc:picChg chg="add mod">
          <ac:chgData name="Wondell, Caden" userId="S::n01535027@unf.edu::b885878a-f666-4043-993b-3a3ba6da7d6a" providerId="AD" clId="Web-{00000000-0000-0000-0000-000000000000}" dt="2026-09-16T17:55:45.128" v="1"/>
          <ac:picMkLst>
            <pc:docMk/>
            <pc:sldMk cId="2586354993" sldId="272"/>
            <ac:picMk id="3" creationId="{1308CA80-5224-20E6-3D97-A831A0657282}"/>
          </ac:picMkLst>
        </pc:picChg>
        <pc:picChg chg="add mod">
          <ac:chgData name="Wondell, Caden" userId="S::n01535027@unf.edu::b885878a-f666-4043-993b-3a3ba6da7d6a" providerId="AD" clId="Web-{00000000-0000-0000-0000-000000000000}" dt="2026-09-16T17:56:13.926" v="9" actId="1076"/>
          <ac:picMkLst>
            <pc:docMk/>
            <pc:sldMk cId="2586354993" sldId="272"/>
            <ac:picMk id="4" creationId="{B883E267-AED8-3745-6B71-DCC006E6FEA4}"/>
          </ac:picMkLst>
        </pc:picChg>
        <pc:picChg chg="add mod">
          <ac:chgData name="Wondell, Caden" userId="S::n01535027@unf.edu::b885878a-f666-4043-993b-3a3ba6da7d6a" providerId="AD" clId="Web-{00000000-0000-0000-0000-000000000000}" dt="2026-09-16T17:56:51.677" v="16" actId="1076"/>
          <ac:picMkLst>
            <pc:docMk/>
            <pc:sldMk cId="2586354993" sldId="272"/>
            <ac:picMk id="5" creationId="{BDE83F46-9536-5A93-8C44-72FA1D0EC23D}"/>
          </ac:picMkLst>
        </pc:picChg>
      </pc:sldChg>
      <pc:sldChg chg="modSp new">
        <pc:chgData name="Wondell, Caden" userId="S::n01535027@unf.edu::b885878a-f666-4043-993b-3a3ba6da7d6a" providerId="AD" clId="Web-{00000000-0000-0000-0000-000000000000}" dt="2026-09-16T17:57:18.850" v="42" actId="20577"/>
        <pc:sldMkLst>
          <pc:docMk/>
          <pc:sldMk cId="4052823332" sldId="273"/>
        </pc:sldMkLst>
        <pc:spChg chg="mod">
          <ac:chgData name="Wondell, Caden" userId="S::n01535027@unf.edu::b885878a-f666-4043-993b-3a3ba6da7d6a" providerId="AD" clId="Web-{00000000-0000-0000-0000-000000000000}" dt="2026-09-16T17:57:14.490" v="40" actId="20577"/>
          <ac:spMkLst>
            <pc:docMk/>
            <pc:sldMk cId="4052823332" sldId="273"/>
            <ac:spMk id="2" creationId="{516611A4-66E7-2106-4B40-48E5905A9592}"/>
          </ac:spMkLst>
        </pc:spChg>
        <pc:spChg chg="mod">
          <ac:chgData name="Wondell, Caden" userId="S::n01535027@unf.edu::b885878a-f666-4043-993b-3a3ba6da7d6a" providerId="AD" clId="Web-{00000000-0000-0000-0000-000000000000}" dt="2026-09-16T17:57:18.850" v="42" actId="20577"/>
          <ac:spMkLst>
            <pc:docMk/>
            <pc:sldMk cId="4052823332" sldId="273"/>
            <ac:spMk id="3" creationId="{77A16D24-BA96-7AE4-1B0B-BA5D95C85E88}"/>
          </ac:spMkLst>
        </pc:spChg>
      </pc:sldChg>
      <pc:sldChg chg="new">
        <pc:chgData name="Wondell, Caden" userId="S::n01535027@unf.edu::b885878a-f666-4043-993b-3a3ba6da7d6a" providerId="AD" clId="Web-{00000000-0000-0000-0000-000000000000}" dt="2026-09-16T17:57:23.615" v="43"/>
        <pc:sldMkLst>
          <pc:docMk/>
          <pc:sldMk cId="4184309347" sldId="274"/>
        </pc:sldMkLst>
      </pc:sldChg>
    </pc:docChg>
  </pc:docChgLst>
  <pc:docChgLst>
    <pc:chgData name="Wondell, Caden" userId="S::n01535027@unf.edu::b885878a-f666-4043-993b-3a3ba6da7d6a" providerId="AD" clId="Web-{C7913400-FA23-23C1-10C4-CE6EA929F7A1}"/>
    <pc:docChg chg="modSld">
      <pc:chgData name="Wondell, Caden" userId="S::n01535027@unf.edu::b885878a-f666-4043-993b-3a3ba6da7d6a" providerId="AD" clId="Web-{C7913400-FA23-23C1-10C4-CE6EA929F7A1}" dt="2026-09-24T14:45:22.584" v="0"/>
      <pc:docMkLst>
        <pc:docMk/>
      </pc:docMkLst>
      <pc:sldChg chg="addSp">
        <pc:chgData name="Wondell, Caden" userId="S::n01535027@unf.edu::b885878a-f666-4043-993b-3a3ba6da7d6a" providerId="AD" clId="Web-{C7913400-FA23-23C1-10C4-CE6EA929F7A1}" dt="2026-09-24T14:45:22.584" v="0"/>
        <pc:sldMkLst>
          <pc:docMk/>
          <pc:sldMk cId="2586354993" sldId="272"/>
        </pc:sldMkLst>
        <pc:grpChg chg="add">
          <ac:chgData name="Wondell, Caden" userId="S::n01535027@unf.edu::b885878a-f666-4043-993b-3a3ba6da7d6a" providerId="AD" clId="Web-{C7913400-FA23-23C1-10C4-CE6EA929F7A1}" dt="2026-09-24T14:45:22.584" v="0"/>
          <ac:grpSpMkLst>
            <pc:docMk/>
            <pc:sldMk cId="2586354993" sldId="272"/>
            <ac:grpSpMk id="2" creationId="{0A648BEE-4010-7AC2-F7A2-D1569A1F30D6}"/>
          </ac:grpSpMkLst>
        </pc:grpChg>
      </pc:sldChg>
    </pc:docChg>
  </pc:docChgLst>
  <pc:docChgLst>
    <pc:chgData name="Wondell, Caden" userId="S::n01535027@unf.edu::b885878a-f666-4043-993b-3a3ba6da7d6a" providerId="AD" clId="Web-{109B729C-CB37-1CBF-B819-2483316A07D1}"/>
    <pc:docChg chg="addSld modSld">
      <pc:chgData name="Wondell, Caden" userId="S::n01535027@unf.edu::b885878a-f666-4043-993b-3a3ba6da7d6a" providerId="AD" clId="Web-{109B729C-CB37-1CBF-B819-2483316A07D1}" dt="2026-09-16T18:16:17.214" v="440" actId="20577"/>
      <pc:docMkLst>
        <pc:docMk/>
      </pc:docMkLst>
      <pc:sldChg chg="modSp">
        <pc:chgData name="Wondell, Caden" userId="S::n01535027@unf.edu::b885878a-f666-4043-993b-3a3ba6da7d6a" providerId="AD" clId="Web-{109B729C-CB37-1CBF-B819-2483316A07D1}" dt="2026-09-16T17:59:42.325" v="5" actId="20577"/>
        <pc:sldMkLst>
          <pc:docMk/>
          <pc:sldMk cId="4052823332" sldId="273"/>
        </pc:sldMkLst>
        <pc:spChg chg="mod">
          <ac:chgData name="Wondell, Caden" userId="S::n01535027@unf.edu::b885878a-f666-4043-993b-3a3ba6da7d6a" providerId="AD" clId="Web-{109B729C-CB37-1CBF-B819-2483316A07D1}" dt="2026-09-16T17:59:42.325" v="5" actId="20577"/>
          <ac:spMkLst>
            <pc:docMk/>
            <pc:sldMk cId="4052823332" sldId="273"/>
            <ac:spMk id="3" creationId="{77A16D24-BA96-7AE4-1B0B-BA5D95C85E88}"/>
          </ac:spMkLst>
        </pc:spChg>
      </pc:sldChg>
      <pc:sldChg chg="addSp modSp">
        <pc:chgData name="Wondell, Caden" userId="S::n01535027@unf.edu::b885878a-f666-4043-993b-3a3ba6da7d6a" providerId="AD" clId="Web-{109B729C-CB37-1CBF-B819-2483316A07D1}" dt="2026-09-16T18:12:41.653" v="368" actId="1076"/>
        <pc:sldMkLst>
          <pc:docMk/>
          <pc:sldMk cId="4184309347" sldId="274"/>
        </pc:sldMkLst>
        <pc:spChg chg="mod">
          <ac:chgData name="Wondell, Caden" userId="S::n01535027@unf.edu::b885878a-f666-4043-993b-3a3ba6da7d6a" providerId="AD" clId="Web-{109B729C-CB37-1CBF-B819-2483316A07D1}" dt="2026-09-16T17:59:53.888" v="14" actId="20577"/>
          <ac:spMkLst>
            <pc:docMk/>
            <pc:sldMk cId="4184309347" sldId="274"/>
            <ac:spMk id="2" creationId="{24487F69-2841-714A-020F-12C00683D627}"/>
          </ac:spMkLst>
        </pc:spChg>
        <pc:spChg chg="mod">
          <ac:chgData name="Wondell, Caden" userId="S::n01535027@unf.edu::b885878a-f666-4043-993b-3a3ba6da7d6a" providerId="AD" clId="Web-{109B729C-CB37-1CBF-B819-2483316A07D1}" dt="2026-09-16T18:12:24.901" v="346" actId="1076"/>
          <ac:spMkLst>
            <pc:docMk/>
            <pc:sldMk cId="4184309347" sldId="274"/>
            <ac:spMk id="3" creationId="{B7EB9E42-12AC-86F6-B3C7-438EBA618F53}"/>
          </ac:spMkLst>
        </pc:spChg>
        <pc:graphicFrameChg chg="add mod modGraphic">
          <ac:chgData name="Wondell, Caden" userId="S::n01535027@unf.edu::b885878a-f666-4043-993b-3a3ba6da7d6a" providerId="AD" clId="Web-{109B729C-CB37-1CBF-B819-2483316A07D1}" dt="2026-09-16T18:12:41.653" v="368" actId="1076"/>
          <ac:graphicFrameMkLst>
            <pc:docMk/>
            <pc:sldMk cId="4184309347" sldId="274"/>
            <ac:graphicFrameMk id="4" creationId="{1E814144-AEB3-751E-3966-AE3DB9507BE2}"/>
          </ac:graphicFrameMkLst>
        </pc:graphicFrameChg>
      </pc:sldChg>
    </pc:docChg>
  </pc:docChgLst>
  <pc:docChgLst>
    <pc:chgData name="Wondell, Caden" userId="S::n01535027@unf.edu::b885878a-f666-4043-993b-3a3ba6da7d6a" providerId="AD" clId="Web-{EC74DAAC-3C2A-A3BA-1061-5A980652493A}"/>
    <pc:docChg chg="delSld">
      <pc:chgData name="Wondell, Caden" userId="S::n01535027@unf.edu::b885878a-f666-4043-993b-3a3ba6da7d6a" providerId="AD" clId="Web-{EC74DAAC-3C2A-A3BA-1061-5A980652493A}" dt="2026-09-16T17:51:35.966" v="7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BF016A-6B36-4549-97BE-B25ED5A2F9FF}" type="doc">
      <dgm:prSet loTypeId="urn:microsoft.com/office/officeart/2005/8/layout/process2" loCatId="" qsTypeId="urn:microsoft.com/office/officeart/2005/8/quickstyle/simple1#1" qsCatId="simple" csTypeId="urn:microsoft.com/office/officeart/2005/8/colors/accent1_2#1" csCatId="accent1" phldr="1"/>
      <dgm:spPr/>
    </dgm:pt>
    <dgm:pt modelId="{431DE833-52BE-8E47-A548-04CC6B46B041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3C93238F-FDA5-5142-872C-D46457C97162}" type="parTrans" cxnId="{7E17F9B3-93A8-564F-873E-1145F97C4B56}">
      <dgm:prSet/>
      <dgm:spPr/>
      <dgm:t>
        <a:bodyPr/>
        <a:lstStyle/>
        <a:p>
          <a:endParaRPr lang="en-US"/>
        </a:p>
      </dgm:t>
    </dgm:pt>
    <dgm:pt modelId="{C44682CC-8E66-2844-BCCF-03CE600C8B0F}" type="sibTrans" cxnId="{7E17F9B3-93A8-564F-873E-1145F97C4B56}">
      <dgm:prSet/>
      <dgm:spPr/>
      <dgm:t>
        <a:bodyPr/>
        <a:lstStyle/>
        <a:p>
          <a:endParaRPr lang="en-US"/>
        </a:p>
      </dgm:t>
    </dgm:pt>
    <dgm:pt modelId="{E15B64DB-82D0-144D-A440-931942427190}">
      <dgm:prSet phldrT="[Text]"/>
      <dgm:spPr/>
      <dgm:t>
        <a:bodyPr/>
        <a:lstStyle/>
        <a:p>
          <a:r>
            <a:rPr lang="en-US" dirty="0"/>
            <a:t>Sigmoid Function</a:t>
          </a:r>
        </a:p>
      </dgm:t>
    </dgm:pt>
    <dgm:pt modelId="{B5A3B67F-5519-EC48-BA6E-3D7CF45EFE95}" type="parTrans" cxnId="{40054A2C-1C5E-E643-BB46-A1AF2891E796}">
      <dgm:prSet/>
      <dgm:spPr/>
      <dgm:t>
        <a:bodyPr/>
        <a:lstStyle/>
        <a:p>
          <a:endParaRPr lang="en-US"/>
        </a:p>
      </dgm:t>
    </dgm:pt>
    <dgm:pt modelId="{B5014AD1-7183-E847-A6CE-A2E8FE36A59D}" type="sibTrans" cxnId="{40054A2C-1C5E-E643-BB46-A1AF2891E796}">
      <dgm:prSet/>
      <dgm:spPr/>
      <dgm:t>
        <a:bodyPr/>
        <a:lstStyle/>
        <a:p>
          <a:endParaRPr lang="en-US"/>
        </a:p>
      </dgm:t>
    </dgm:pt>
    <dgm:pt modelId="{6C3C81FC-7E3C-B041-B711-6FFA08ECFCFF}">
      <dgm:prSet phldrT="[Text]"/>
      <dgm:spPr/>
      <dgm:t>
        <a:bodyPr/>
        <a:lstStyle/>
        <a:p>
          <a:r>
            <a:rPr lang="en-US" dirty="0"/>
            <a:t>Probability (0-1)</a:t>
          </a:r>
        </a:p>
      </dgm:t>
    </dgm:pt>
    <dgm:pt modelId="{0F70051C-DD18-C942-9713-0BAE5717EBAD}" type="parTrans" cxnId="{E3BA355D-8C44-554B-85DF-256EA4F85630}">
      <dgm:prSet/>
      <dgm:spPr/>
      <dgm:t>
        <a:bodyPr/>
        <a:lstStyle/>
        <a:p>
          <a:endParaRPr lang="en-US"/>
        </a:p>
      </dgm:t>
    </dgm:pt>
    <dgm:pt modelId="{2DA7B638-D830-B542-AD65-278467213BF2}" type="sibTrans" cxnId="{E3BA355D-8C44-554B-85DF-256EA4F85630}">
      <dgm:prSet/>
      <dgm:spPr/>
      <dgm:t>
        <a:bodyPr/>
        <a:lstStyle/>
        <a:p>
          <a:endParaRPr lang="en-US"/>
        </a:p>
      </dgm:t>
    </dgm:pt>
    <dgm:pt modelId="{9CE55ED6-871A-0345-9BF9-FAA5AD26F416}">
      <dgm:prSet phldrT="[Text]"/>
      <dgm:spPr/>
      <dgm:t>
        <a:bodyPr/>
        <a:lstStyle/>
        <a:p>
          <a:r>
            <a:rPr lang="en-US" dirty="0"/>
            <a:t>Weighted Score (z)</a:t>
          </a:r>
        </a:p>
      </dgm:t>
    </dgm:pt>
    <dgm:pt modelId="{307FB347-34B6-274D-8D9E-B12F6F156ECF}" type="parTrans" cxnId="{759D6E20-EF75-E948-854A-00C4E487D721}">
      <dgm:prSet/>
      <dgm:spPr/>
      <dgm:t>
        <a:bodyPr/>
        <a:lstStyle/>
        <a:p>
          <a:endParaRPr lang="en-US"/>
        </a:p>
      </dgm:t>
    </dgm:pt>
    <dgm:pt modelId="{0345F076-80C4-1046-B6BC-5AF55E665BDF}" type="sibTrans" cxnId="{759D6E20-EF75-E948-854A-00C4E487D721}">
      <dgm:prSet/>
      <dgm:spPr/>
      <dgm:t>
        <a:bodyPr/>
        <a:lstStyle/>
        <a:p>
          <a:endParaRPr lang="en-US"/>
        </a:p>
      </dgm:t>
    </dgm:pt>
    <dgm:pt modelId="{46AFB1DC-107B-6549-A94F-096514A81197}" type="pres">
      <dgm:prSet presAssocID="{EBBF016A-6B36-4549-97BE-B25ED5A2F9FF}" presName="linearFlow" presStyleCnt="0">
        <dgm:presLayoutVars>
          <dgm:resizeHandles val="exact"/>
        </dgm:presLayoutVars>
      </dgm:prSet>
      <dgm:spPr/>
    </dgm:pt>
    <dgm:pt modelId="{F43C6B1A-A232-AC41-8B7D-2E2208E576D2}" type="pres">
      <dgm:prSet presAssocID="{431DE833-52BE-8E47-A548-04CC6B46B041}" presName="node" presStyleLbl="node1" presStyleIdx="0" presStyleCnt="4">
        <dgm:presLayoutVars>
          <dgm:bulletEnabled val="1"/>
        </dgm:presLayoutVars>
      </dgm:prSet>
      <dgm:spPr/>
    </dgm:pt>
    <dgm:pt modelId="{A05E1A51-3C45-BA4F-BAE8-955C52762D24}" type="pres">
      <dgm:prSet presAssocID="{C44682CC-8E66-2844-BCCF-03CE600C8B0F}" presName="sibTrans" presStyleLbl="sibTrans2D1" presStyleIdx="0" presStyleCnt="3"/>
      <dgm:spPr/>
    </dgm:pt>
    <dgm:pt modelId="{D7E294A7-1463-B349-B3ED-63FE1CB4CE65}" type="pres">
      <dgm:prSet presAssocID="{C44682CC-8E66-2844-BCCF-03CE600C8B0F}" presName="connectorText" presStyleLbl="sibTrans2D1" presStyleIdx="0" presStyleCnt="3"/>
      <dgm:spPr/>
    </dgm:pt>
    <dgm:pt modelId="{61D5E64C-B7BE-774A-8814-5F12692E17B0}" type="pres">
      <dgm:prSet presAssocID="{9CE55ED6-871A-0345-9BF9-FAA5AD26F416}" presName="node" presStyleLbl="node1" presStyleIdx="1" presStyleCnt="4">
        <dgm:presLayoutVars>
          <dgm:bulletEnabled val="1"/>
        </dgm:presLayoutVars>
      </dgm:prSet>
      <dgm:spPr/>
    </dgm:pt>
    <dgm:pt modelId="{B1C75325-D242-3949-B7BE-45E978AB6904}" type="pres">
      <dgm:prSet presAssocID="{0345F076-80C4-1046-B6BC-5AF55E665BDF}" presName="sibTrans" presStyleLbl="sibTrans2D1" presStyleIdx="1" presStyleCnt="3"/>
      <dgm:spPr/>
    </dgm:pt>
    <dgm:pt modelId="{79E4CF5B-9E79-4041-AF84-DEF40E4D2C52}" type="pres">
      <dgm:prSet presAssocID="{0345F076-80C4-1046-B6BC-5AF55E665BDF}" presName="connectorText" presStyleLbl="sibTrans2D1" presStyleIdx="1" presStyleCnt="3"/>
      <dgm:spPr/>
    </dgm:pt>
    <dgm:pt modelId="{4A9BCE06-1981-D84E-A0FE-CA9B00142853}" type="pres">
      <dgm:prSet presAssocID="{E15B64DB-82D0-144D-A440-931942427190}" presName="node" presStyleLbl="node1" presStyleIdx="2" presStyleCnt="4">
        <dgm:presLayoutVars>
          <dgm:bulletEnabled val="1"/>
        </dgm:presLayoutVars>
      </dgm:prSet>
      <dgm:spPr/>
    </dgm:pt>
    <dgm:pt modelId="{6DE5E084-E358-924E-917B-161DC188E7F8}" type="pres">
      <dgm:prSet presAssocID="{B5014AD1-7183-E847-A6CE-A2E8FE36A59D}" presName="sibTrans" presStyleLbl="sibTrans2D1" presStyleIdx="2" presStyleCnt="3"/>
      <dgm:spPr/>
    </dgm:pt>
    <dgm:pt modelId="{B43A0CB2-ABE8-9A44-9525-56441DE9880F}" type="pres">
      <dgm:prSet presAssocID="{B5014AD1-7183-E847-A6CE-A2E8FE36A59D}" presName="connectorText" presStyleLbl="sibTrans2D1" presStyleIdx="2" presStyleCnt="3"/>
      <dgm:spPr/>
    </dgm:pt>
    <dgm:pt modelId="{26636844-A56F-454A-A462-6CDF07C0CDED}" type="pres">
      <dgm:prSet presAssocID="{6C3C81FC-7E3C-B041-B711-6FFA08ECFCFF}" presName="node" presStyleLbl="node1" presStyleIdx="3" presStyleCnt="4">
        <dgm:presLayoutVars>
          <dgm:bulletEnabled val="1"/>
        </dgm:presLayoutVars>
      </dgm:prSet>
      <dgm:spPr/>
    </dgm:pt>
  </dgm:ptLst>
  <dgm:cxnLst>
    <dgm:cxn modelId="{7A1C7510-D569-CC48-9831-775EB891CD6F}" type="presOf" srcId="{9CE55ED6-871A-0345-9BF9-FAA5AD26F416}" destId="{61D5E64C-B7BE-774A-8814-5F12692E17B0}" srcOrd="0" destOrd="0" presId="urn:microsoft.com/office/officeart/2005/8/layout/process2"/>
    <dgm:cxn modelId="{759D6E20-EF75-E948-854A-00C4E487D721}" srcId="{EBBF016A-6B36-4549-97BE-B25ED5A2F9FF}" destId="{9CE55ED6-871A-0345-9BF9-FAA5AD26F416}" srcOrd="1" destOrd="0" parTransId="{307FB347-34B6-274D-8D9E-B12F6F156ECF}" sibTransId="{0345F076-80C4-1046-B6BC-5AF55E665BDF}"/>
    <dgm:cxn modelId="{28A3A521-AD98-C741-817F-E807946E3887}" type="presOf" srcId="{6C3C81FC-7E3C-B041-B711-6FFA08ECFCFF}" destId="{26636844-A56F-454A-A462-6CDF07C0CDED}" srcOrd="0" destOrd="0" presId="urn:microsoft.com/office/officeart/2005/8/layout/process2"/>
    <dgm:cxn modelId="{5F3CF42A-E93A-ED4F-ADC1-9250A0EE1F52}" type="presOf" srcId="{431DE833-52BE-8E47-A548-04CC6B46B041}" destId="{F43C6B1A-A232-AC41-8B7D-2E2208E576D2}" srcOrd="0" destOrd="0" presId="urn:microsoft.com/office/officeart/2005/8/layout/process2"/>
    <dgm:cxn modelId="{40054A2C-1C5E-E643-BB46-A1AF2891E796}" srcId="{EBBF016A-6B36-4549-97BE-B25ED5A2F9FF}" destId="{E15B64DB-82D0-144D-A440-931942427190}" srcOrd="2" destOrd="0" parTransId="{B5A3B67F-5519-EC48-BA6E-3D7CF45EFE95}" sibTransId="{B5014AD1-7183-E847-A6CE-A2E8FE36A59D}"/>
    <dgm:cxn modelId="{E3BA355D-8C44-554B-85DF-256EA4F85630}" srcId="{EBBF016A-6B36-4549-97BE-B25ED5A2F9FF}" destId="{6C3C81FC-7E3C-B041-B711-6FFA08ECFCFF}" srcOrd="3" destOrd="0" parTransId="{0F70051C-DD18-C942-9713-0BAE5717EBAD}" sibTransId="{2DA7B638-D830-B542-AD65-278467213BF2}"/>
    <dgm:cxn modelId="{3580DD46-1C3A-FF46-9970-55EDEED9A4E7}" type="presOf" srcId="{0345F076-80C4-1046-B6BC-5AF55E665BDF}" destId="{79E4CF5B-9E79-4041-AF84-DEF40E4D2C52}" srcOrd="1" destOrd="0" presId="urn:microsoft.com/office/officeart/2005/8/layout/process2"/>
    <dgm:cxn modelId="{7C4E3048-F4BA-0540-A712-AA475B5F80B9}" type="presOf" srcId="{0345F076-80C4-1046-B6BC-5AF55E665BDF}" destId="{B1C75325-D242-3949-B7BE-45E978AB6904}" srcOrd="0" destOrd="0" presId="urn:microsoft.com/office/officeart/2005/8/layout/process2"/>
    <dgm:cxn modelId="{C1BBC181-7D58-D04C-9542-E2520F2BA338}" type="presOf" srcId="{EBBF016A-6B36-4549-97BE-B25ED5A2F9FF}" destId="{46AFB1DC-107B-6549-A94F-096514A81197}" srcOrd="0" destOrd="0" presId="urn:microsoft.com/office/officeart/2005/8/layout/process2"/>
    <dgm:cxn modelId="{1B8B0086-E209-1749-A09E-CD866897F972}" type="presOf" srcId="{C44682CC-8E66-2844-BCCF-03CE600C8B0F}" destId="{A05E1A51-3C45-BA4F-BAE8-955C52762D24}" srcOrd="0" destOrd="0" presId="urn:microsoft.com/office/officeart/2005/8/layout/process2"/>
    <dgm:cxn modelId="{AEC49587-205C-784E-AE1B-2E1CCADD9708}" type="presOf" srcId="{C44682CC-8E66-2844-BCCF-03CE600C8B0F}" destId="{D7E294A7-1463-B349-B3ED-63FE1CB4CE65}" srcOrd="1" destOrd="0" presId="urn:microsoft.com/office/officeart/2005/8/layout/process2"/>
    <dgm:cxn modelId="{7E17F9B3-93A8-564F-873E-1145F97C4B56}" srcId="{EBBF016A-6B36-4549-97BE-B25ED5A2F9FF}" destId="{431DE833-52BE-8E47-A548-04CC6B46B041}" srcOrd="0" destOrd="0" parTransId="{3C93238F-FDA5-5142-872C-D46457C97162}" sibTransId="{C44682CC-8E66-2844-BCCF-03CE600C8B0F}"/>
    <dgm:cxn modelId="{1B4046D5-1865-9A4D-AD2B-0474E73897F7}" type="presOf" srcId="{B5014AD1-7183-E847-A6CE-A2E8FE36A59D}" destId="{B43A0CB2-ABE8-9A44-9525-56441DE9880F}" srcOrd="1" destOrd="0" presId="urn:microsoft.com/office/officeart/2005/8/layout/process2"/>
    <dgm:cxn modelId="{4B1290E7-A065-DD4D-9687-F6B167923073}" type="presOf" srcId="{B5014AD1-7183-E847-A6CE-A2E8FE36A59D}" destId="{6DE5E084-E358-924E-917B-161DC188E7F8}" srcOrd="0" destOrd="0" presId="urn:microsoft.com/office/officeart/2005/8/layout/process2"/>
    <dgm:cxn modelId="{BDA91DEF-3D21-8245-AF3A-B81F65E6C215}" type="presOf" srcId="{E15B64DB-82D0-144D-A440-931942427190}" destId="{4A9BCE06-1981-D84E-A0FE-CA9B00142853}" srcOrd="0" destOrd="0" presId="urn:microsoft.com/office/officeart/2005/8/layout/process2"/>
    <dgm:cxn modelId="{512E62CA-268E-CE4E-B3E5-4772562DD120}" type="presParOf" srcId="{46AFB1DC-107B-6549-A94F-096514A81197}" destId="{F43C6B1A-A232-AC41-8B7D-2E2208E576D2}" srcOrd="0" destOrd="0" presId="urn:microsoft.com/office/officeart/2005/8/layout/process2"/>
    <dgm:cxn modelId="{4CF345F1-3F9D-6044-AE3E-587B9DF65908}" type="presParOf" srcId="{46AFB1DC-107B-6549-A94F-096514A81197}" destId="{A05E1A51-3C45-BA4F-BAE8-955C52762D24}" srcOrd="1" destOrd="0" presId="urn:microsoft.com/office/officeart/2005/8/layout/process2"/>
    <dgm:cxn modelId="{BEF83090-0790-004F-825B-9352E0FA31D1}" type="presParOf" srcId="{A05E1A51-3C45-BA4F-BAE8-955C52762D24}" destId="{D7E294A7-1463-B349-B3ED-63FE1CB4CE65}" srcOrd="0" destOrd="0" presId="urn:microsoft.com/office/officeart/2005/8/layout/process2"/>
    <dgm:cxn modelId="{E72713E7-3B7F-484D-A2AF-910755C89956}" type="presParOf" srcId="{46AFB1DC-107B-6549-A94F-096514A81197}" destId="{61D5E64C-B7BE-774A-8814-5F12692E17B0}" srcOrd="2" destOrd="0" presId="urn:microsoft.com/office/officeart/2005/8/layout/process2"/>
    <dgm:cxn modelId="{2D321304-F849-D848-8868-B085EF9AC163}" type="presParOf" srcId="{46AFB1DC-107B-6549-A94F-096514A81197}" destId="{B1C75325-D242-3949-B7BE-45E978AB6904}" srcOrd="3" destOrd="0" presId="urn:microsoft.com/office/officeart/2005/8/layout/process2"/>
    <dgm:cxn modelId="{6238D17E-BC96-1A48-B833-5BF5DF0C2A3C}" type="presParOf" srcId="{B1C75325-D242-3949-B7BE-45E978AB6904}" destId="{79E4CF5B-9E79-4041-AF84-DEF40E4D2C52}" srcOrd="0" destOrd="0" presId="urn:microsoft.com/office/officeart/2005/8/layout/process2"/>
    <dgm:cxn modelId="{C890EA68-6ADE-8946-9F1A-58A94A01A4F3}" type="presParOf" srcId="{46AFB1DC-107B-6549-A94F-096514A81197}" destId="{4A9BCE06-1981-D84E-A0FE-CA9B00142853}" srcOrd="4" destOrd="0" presId="urn:microsoft.com/office/officeart/2005/8/layout/process2"/>
    <dgm:cxn modelId="{1324B5B3-A4D3-4245-B1DF-D414B2783157}" type="presParOf" srcId="{46AFB1DC-107B-6549-A94F-096514A81197}" destId="{6DE5E084-E358-924E-917B-161DC188E7F8}" srcOrd="5" destOrd="0" presId="urn:microsoft.com/office/officeart/2005/8/layout/process2"/>
    <dgm:cxn modelId="{75E9D333-4694-E046-9E56-51DD9326E8E9}" type="presParOf" srcId="{6DE5E084-E358-924E-917B-161DC188E7F8}" destId="{B43A0CB2-ABE8-9A44-9525-56441DE9880F}" srcOrd="0" destOrd="0" presId="urn:microsoft.com/office/officeart/2005/8/layout/process2"/>
    <dgm:cxn modelId="{C80E90B7-8E87-0D46-B4E5-0E62FCFA3E76}" type="presParOf" srcId="{46AFB1DC-107B-6549-A94F-096514A81197}" destId="{26636844-A56F-454A-A462-6CDF07C0CDED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2836DB-97C3-124E-8506-0DB96FB117F3}" type="doc">
      <dgm:prSet loTypeId="urn:microsoft.com/office/officeart/2005/8/layout/process2" loCatId="" qsTypeId="urn:microsoft.com/office/officeart/2005/8/quickstyle/simple1#2" qsCatId="simple" csTypeId="urn:microsoft.com/office/officeart/2005/8/colors/accent1_2#2" csCatId="accent1" phldr="1"/>
      <dgm:spPr/>
    </dgm:pt>
    <dgm:pt modelId="{69C71E20-28DB-524A-85FC-AADECBBEA3C4}">
      <dgm:prSet phldrT="[Text]"/>
      <dgm:spPr/>
      <dgm:t>
        <a:bodyPr/>
        <a:lstStyle/>
        <a:p>
          <a:r>
            <a:rPr lang="en-US" dirty="0"/>
            <a:t>Make Probability Prediction</a:t>
          </a:r>
        </a:p>
      </dgm:t>
    </dgm:pt>
    <dgm:pt modelId="{6BC840E0-4E11-BE47-8497-603BA2A8E2B5}" type="parTrans" cxnId="{B6658C2A-0DD7-5E4B-A4C5-70961C7A1CEC}">
      <dgm:prSet/>
      <dgm:spPr/>
      <dgm:t>
        <a:bodyPr/>
        <a:lstStyle/>
        <a:p>
          <a:endParaRPr lang="en-US"/>
        </a:p>
      </dgm:t>
    </dgm:pt>
    <dgm:pt modelId="{05807B51-68BA-6B44-965D-BCC6E3B9844A}" type="sibTrans" cxnId="{B6658C2A-0DD7-5E4B-A4C5-70961C7A1CEC}">
      <dgm:prSet/>
      <dgm:spPr/>
      <dgm:t>
        <a:bodyPr/>
        <a:lstStyle/>
        <a:p>
          <a:endParaRPr lang="en-US"/>
        </a:p>
      </dgm:t>
    </dgm:pt>
    <dgm:pt modelId="{7E4BDEFE-9AB7-924A-944F-54BB14DB3F99}">
      <dgm:prSet phldrT="[Text]"/>
      <dgm:spPr/>
      <dgm:t>
        <a:bodyPr/>
        <a:lstStyle/>
        <a:p>
          <a:r>
            <a:rPr lang="en-US" dirty="0"/>
            <a:t>Calculate Log Loss</a:t>
          </a:r>
        </a:p>
      </dgm:t>
    </dgm:pt>
    <dgm:pt modelId="{3588AB75-801B-0C4B-8841-5AAEF2A38426}" type="parTrans" cxnId="{2E8EBC96-51CA-4A4A-A675-A3559645EE7F}">
      <dgm:prSet/>
      <dgm:spPr/>
      <dgm:t>
        <a:bodyPr/>
        <a:lstStyle/>
        <a:p>
          <a:endParaRPr lang="en-US"/>
        </a:p>
      </dgm:t>
    </dgm:pt>
    <dgm:pt modelId="{5F26A25C-91C1-2549-80CF-EE63B9FA4018}" type="sibTrans" cxnId="{2E8EBC96-51CA-4A4A-A675-A3559645EE7F}">
      <dgm:prSet/>
      <dgm:spPr/>
      <dgm:t>
        <a:bodyPr/>
        <a:lstStyle/>
        <a:p>
          <a:endParaRPr lang="en-US"/>
        </a:p>
      </dgm:t>
    </dgm:pt>
    <dgm:pt modelId="{6E4A81B6-5586-764B-B647-D0222C8A7B43}">
      <dgm:prSet phldrT="[Text]"/>
      <dgm:spPr/>
      <dgm:t>
        <a:bodyPr/>
        <a:lstStyle/>
        <a:p>
          <a:r>
            <a:rPr lang="en-US" dirty="0"/>
            <a:t>Adjust Weights</a:t>
          </a:r>
        </a:p>
      </dgm:t>
    </dgm:pt>
    <dgm:pt modelId="{0B1BE77F-F246-734A-BA9D-EB48D3EE868D}" type="parTrans" cxnId="{CBC9BBE1-4080-844E-986A-B42ED18D2C09}">
      <dgm:prSet/>
      <dgm:spPr/>
      <dgm:t>
        <a:bodyPr/>
        <a:lstStyle/>
        <a:p>
          <a:endParaRPr lang="en-US"/>
        </a:p>
      </dgm:t>
    </dgm:pt>
    <dgm:pt modelId="{DBF4ED20-437A-564B-8B01-3D6069F4B117}" type="sibTrans" cxnId="{CBC9BBE1-4080-844E-986A-B42ED18D2C09}">
      <dgm:prSet/>
      <dgm:spPr/>
      <dgm:t>
        <a:bodyPr/>
        <a:lstStyle/>
        <a:p>
          <a:endParaRPr lang="en-US"/>
        </a:p>
      </dgm:t>
    </dgm:pt>
    <dgm:pt modelId="{B803F83C-F7D4-254C-B41D-2089267FDF48}">
      <dgm:prSet phldrT="[Text]"/>
      <dgm:spPr/>
      <dgm:t>
        <a:bodyPr/>
        <a:lstStyle/>
        <a:p>
          <a:r>
            <a:rPr lang="en-US" dirty="0"/>
            <a:t>Lower the Loss</a:t>
          </a:r>
        </a:p>
      </dgm:t>
    </dgm:pt>
    <dgm:pt modelId="{C5E67BBB-6EEE-E24B-A461-E5350C97CF82}" type="parTrans" cxnId="{5254C37B-8E9A-8D45-9C59-5A92DFD9BEA0}">
      <dgm:prSet/>
      <dgm:spPr/>
      <dgm:t>
        <a:bodyPr/>
        <a:lstStyle/>
        <a:p>
          <a:endParaRPr lang="en-US"/>
        </a:p>
      </dgm:t>
    </dgm:pt>
    <dgm:pt modelId="{A8BB78B6-ED13-9342-8576-A65CDC21414C}" type="sibTrans" cxnId="{5254C37B-8E9A-8D45-9C59-5A92DFD9BEA0}">
      <dgm:prSet/>
      <dgm:spPr/>
      <dgm:t>
        <a:bodyPr/>
        <a:lstStyle/>
        <a:p>
          <a:endParaRPr lang="en-US"/>
        </a:p>
      </dgm:t>
    </dgm:pt>
    <dgm:pt modelId="{9DDF9BC5-2820-5C45-A454-573724E6362D}">
      <dgm:prSet phldrT="[Text]"/>
      <dgm:spPr/>
      <dgm:t>
        <a:bodyPr/>
        <a:lstStyle/>
        <a:p>
          <a:r>
            <a:rPr lang="en-US" dirty="0"/>
            <a:t>Repeat</a:t>
          </a:r>
        </a:p>
      </dgm:t>
    </dgm:pt>
    <dgm:pt modelId="{CDC42046-A35F-134A-BA62-2D05BFCD2159}" type="parTrans" cxnId="{8FF2CC0C-99D7-844D-BC8F-B57280952365}">
      <dgm:prSet/>
      <dgm:spPr/>
      <dgm:t>
        <a:bodyPr/>
        <a:lstStyle/>
        <a:p>
          <a:endParaRPr lang="en-US"/>
        </a:p>
      </dgm:t>
    </dgm:pt>
    <dgm:pt modelId="{D23C2CDE-C726-6646-9C3F-17B33D2EDC48}" type="sibTrans" cxnId="{8FF2CC0C-99D7-844D-BC8F-B57280952365}">
      <dgm:prSet/>
      <dgm:spPr/>
      <dgm:t>
        <a:bodyPr/>
        <a:lstStyle/>
        <a:p>
          <a:endParaRPr lang="en-US"/>
        </a:p>
      </dgm:t>
    </dgm:pt>
    <dgm:pt modelId="{D9DD07F3-9538-A24F-BCF7-027B2F4BB394}" type="pres">
      <dgm:prSet presAssocID="{342836DB-97C3-124E-8506-0DB96FB117F3}" presName="linearFlow" presStyleCnt="0">
        <dgm:presLayoutVars>
          <dgm:resizeHandles val="exact"/>
        </dgm:presLayoutVars>
      </dgm:prSet>
      <dgm:spPr/>
    </dgm:pt>
    <dgm:pt modelId="{9D21DA58-D1AA-6A4D-AE52-2A6C5C380892}" type="pres">
      <dgm:prSet presAssocID="{69C71E20-28DB-524A-85FC-AADECBBEA3C4}" presName="node" presStyleLbl="node1" presStyleIdx="0" presStyleCnt="5">
        <dgm:presLayoutVars>
          <dgm:bulletEnabled val="1"/>
        </dgm:presLayoutVars>
      </dgm:prSet>
      <dgm:spPr/>
    </dgm:pt>
    <dgm:pt modelId="{046AE2D3-7035-F64B-92DD-D28AA92C0B90}" type="pres">
      <dgm:prSet presAssocID="{05807B51-68BA-6B44-965D-BCC6E3B9844A}" presName="sibTrans" presStyleLbl="sibTrans2D1" presStyleIdx="0" presStyleCnt="4"/>
      <dgm:spPr/>
    </dgm:pt>
    <dgm:pt modelId="{0639D995-40E5-5446-B109-C6FB22A83F4F}" type="pres">
      <dgm:prSet presAssocID="{05807B51-68BA-6B44-965D-BCC6E3B9844A}" presName="connectorText" presStyleLbl="sibTrans2D1" presStyleIdx="0" presStyleCnt="4"/>
      <dgm:spPr/>
    </dgm:pt>
    <dgm:pt modelId="{B2D8801A-8503-4C4F-974F-EDD7EEDBC133}" type="pres">
      <dgm:prSet presAssocID="{7E4BDEFE-9AB7-924A-944F-54BB14DB3F99}" presName="node" presStyleLbl="node1" presStyleIdx="1" presStyleCnt="5">
        <dgm:presLayoutVars>
          <dgm:bulletEnabled val="1"/>
        </dgm:presLayoutVars>
      </dgm:prSet>
      <dgm:spPr/>
    </dgm:pt>
    <dgm:pt modelId="{C4C1EDDD-0C70-F144-BF83-CC15E5D6D042}" type="pres">
      <dgm:prSet presAssocID="{5F26A25C-91C1-2549-80CF-EE63B9FA4018}" presName="sibTrans" presStyleLbl="sibTrans2D1" presStyleIdx="1" presStyleCnt="4"/>
      <dgm:spPr/>
    </dgm:pt>
    <dgm:pt modelId="{02A6E9D9-D3B2-6147-9CE4-BE39A0738ABC}" type="pres">
      <dgm:prSet presAssocID="{5F26A25C-91C1-2549-80CF-EE63B9FA4018}" presName="connectorText" presStyleLbl="sibTrans2D1" presStyleIdx="1" presStyleCnt="4"/>
      <dgm:spPr/>
    </dgm:pt>
    <dgm:pt modelId="{7913D3F5-1F1C-A848-A88F-DEB1BD56977B}" type="pres">
      <dgm:prSet presAssocID="{6E4A81B6-5586-764B-B647-D0222C8A7B43}" presName="node" presStyleLbl="node1" presStyleIdx="2" presStyleCnt="5">
        <dgm:presLayoutVars>
          <dgm:bulletEnabled val="1"/>
        </dgm:presLayoutVars>
      </dgm:prSet>
      <dgm:spPr/>
    </dgm:pt>
    <dgm:pt modelId="{FCBDE04B-6FBA-A445-8C96-0B1CB637166B}" type="pres">
      <dgm:prSet presAssocID="{DBF4ED20-437A-564B-8B01-3D6069F4B117}" presName="sibTrans" presStyleLbl="sibTrans2D1" presStyleIdx="2" presStyleCnt="4"/>
      <dgm:spPr/>
    </dgm:pt>
    <dgm:pt modelId="{74FE1052-440D-EA44-A458-72D699444B35}" type="pres">
      <dgm:prSet presAssocID="{DBF4ED20-437A-564B-8B01-3D6069F4B117}" presName="connectorText" presStyleLbl="sibTrans2D1" presStyleIdx="2" presStyleCnt="4"/>
      <dgm:spPr/>
    </dgm:pt>
    <dgm:pt modelId="{D89F5EDD-F127-B944-AFB6-E3CF0041E5FD}" type="pres">
      <dgm:prSet presAssocID="{B803F83C-F7D4-254C-B41D-2089267FDF48}" presName="node" presStyleLbl="node1" presStyleIdx="3" presStyleCnt="5">
        <dgm:presLayoutVars>
          <dgm:bulletEnabled val="1"/>
        </dgm:presLayoutVars>
      </dgm:prSet>
      <dgm:spPr/>
    </dgm:pt>
    <dgm:pt modelId="{23955AA8-C2D5-594C-930E-1E6035CD72D1}" type="pres">
      <dgm:prSet presAssocID="{A8BB78B6-ED13-9342-8576-A65CDC21414C}" presName="sibTrans" presStyleLbl="sibTrans2D1" presStyleIdx="3" presStyleCnt="4"/>
      <dgm:spPr/>
    </dgm:pt>
    <dgm:pt modelId="{2ABBDF74-20B1-D54E-A263-E2A78490DC34}" type="pres">
      <dgm:prSet presAssocID="{A8BB78B6-ED13-9342-8576-A65CDC21414C}" presName="connectorText" presStyleLbl="sibTrans2D1" presStyleIdx="3" presStyleCnt="4"/>
      <dgm:spPr/>
    </dgm:pt>
    <dgm:pt modelId="{4964BB09-2697-A643-BEE5-26D8FE5BE4F8}" type="pres">
      <dgm:prSet presAssocID="{9DDF9BC5-2820-5C45-A454-573724E6362D}" presName="node" presStyleLbl="node1" presStyleIdx="4" presStyleCnt="5">
        <dgm:presLayoutVars>
          <dgm:bulletEnabled val="1"/>
        </dgm:presLayoutVars>
      </dgm:prSet>
      <dgm:spPr/>
    </dgm:pt>
  </dgm:ptLst>
  <dgm:cxnLst>
    <dgm:cxn modelId="{8FF2CC0C-99D7-844D-BC8F-B57280952365}" srcId="{342836DB-97C3-124E-8506-0DB96FB117F3}" destId="{9DDF9BC5-2820-5C45-A454-573724E6362D}" srcOrd="4" destOrd="0" parTransId="{CDC42046-A35F-134A-BA62-2D05BFCD2159}" sibTransId="{D23C2CDE-C726-6646-9C3F-17B33D2EDC48}"/>
    <dgm:cxn modelId="{C4E4FE22-52EE-0348-85C6-C46C7C50E341}" type="presOf" srcId="{DBF4ED20-437A-564B-8B01-3D6069F4B117}" destId="{FCBDE04B-6FBA-A445-8C96-0B1CB637166B}" srcOrd="0" destOrd="0" presId="urn:microsoft.com/office/officeart/2005/8/layout/process2"/>
    <dgm:cxn modelId="{B6658C2A-0DD7-5E4B-A4C5-70961C7A1CEC}" srcId="{342836DB-97C3-124E-8506-0DB96FB117F3}" destId="{69C71E20-28DB-524A-85FC-AADECBBEA3C4}" srcOrd="0" destOrd="0" parTransId="{6BC840E0-4E11-BE47-8497-603BA2A8E2B5}" sibTransId="{05807B51-68BA-6B44-965D-BCC6E3B9844A}"/>
    <dgm:cxn modelId="{E219F237-5643-764B-BBB6-02E6591AF6A5}" type="presOf" srcId="{9DDF9BC5-2820-5C45-A454-573724E6362D}" destId="{4964BB09-2697-A643-BEE5-26D8FE5BE4F8}" srcOrd="0" destOrd="0" presId="urn:microsoft.com/office/officeart/2005/8/layout/process2"/>
    <dgm:cxn modelId="{13A6A13D-582A-D944-AC1B-19A53B6E6B3A}" type="presOf" srcId="{69C71E20-28DB-524A-85FC-AADECBBEA3C4}" destId="{9D21DA58-D1AA-6A4D-AE52-2A6C5C380892}" srcOrd="0" destOrd="0" presId="urn:microsoft.com/office/officeart/2005/8/layout/process2"/>
    <dgm:cxn modelId="{3538CA3D-D25F-9548-9EF5-A0D8757D98F3}" type="presOf" srcId="{5F26A25C-91C1-2549-80CF-EE63B9FA4018}" destId="{C4C1EDDD-0C70-F144-BF83-CC15E5D6D042}" srcOrd="0" destOrd="0" presId="urn:microsoft.com/office/officeart/2005/8/layout/process2"/>
    <dgm:cxn modelId="{87471850-B1C3-3046-B3D4-EE75B6FB976D}" type="presOf" srcId="{7E4BDEFE-9AB7-924A-944F-54BB14DB3F99}" destId="{B2D8801A-8503-4C4F-974F-EDD7EEDBC133}" srcOrd="0" destOrd="0" presId="urn:microsoft.com/office/officeart/2005/8/layout/process2"/>
    <dgm:cxn modelId="{AE708676-381B-534F-A348-E39C35059A0C}" type="presOf" srcId="{DBF4ED20-437A-564B-8B01-3D6069F4B117}" destId="{74FE1052-440D-EA44-A458-72D699444B35}" srcOrd="1" destOrd="0" presId="urn:microsoft.com/office/officeart/2005/8/layout/process2"/>
    <dgm:cxn modelId="{18E15E78-5266-394D-BDA1-9130BA470F7E}" type="presOf" srcId="{A8BB78B6-ED13-9342-8576-A65CDC21414C}" destId="{2ABBDF74-20B1-D54E-A263-E2A78490DC34}" srcOrd="1" destOrd="0" presId="urn:microsoft.com/office/officeart/2005/8/layout/process2"/>
    <dgm:cxn modelId="{5254C37B-8E9A-8D45-9C59-5A92DFD9BEA0}" srcId="{342836DB-97C3-124E-8506-0DB96FB117F3}" destId="{B803F83C-F7D4-254C-B41D-2089267FDF48}" srcOrd="3" destOrd="0" parTransId="{C5E67BBB-6EEE-E24B-A461-E5350C97CF82}" sibTransId="{A8BB78B6-ED13-9342-8576-A65CDC21414C}"/>
    <dgm:cxn modelId="{98076982-ABD5-634E-A47D-B66EE14782D1}" type="presOf" srcId="{05807B51-68BA-6B44-965D-BCC6E3B9844A}" destId="{0639D995-40E5-5446-B109-C6FB22A83F4F}" srcOrd="1" destOrd="0" presId="urn:microsoft.com/office/officeart/2005/8/layout/process2"/>
    <dgm:cxn modelId="{3441B594-5BD1-2E41-9DF0-EE38979E6EE5}" type="presOf" srcId="{342836DB-97C3-124E-8506-0DB96FB117F3}" destId="{D9DD07F3-9538-A24F-BCF7-027B2F4BB394}" srcOrd="0" destOrd="0" presId="urn:microsoft.com/office/officeart/2005/8/layout/process2"/>
    <dgm:cxn modelId="{8AE77195-94F4-C143-8196-A8425F32E5DE}" type="presOf" srcId="{5F26A25C-91C1-2549-80CF-EE63B9FA4018}" destId="{02A6E9D9-D3B2-6147-9CE4-BE39A0738ABC}" srcOrd="1" destOrd="0" presId="urn:microsoft.com/office/officeart/2005/8/layout/process2"/>
    <dgm:cxn modelId="{10ADA295-44D9-8C4C-A899-2F7E4905A8C5}" type="presOf" srcId="{6E4A81B6-5586-764B-B647-D0222C8A7B43}" destId="{7913D3F5-1F1C-A848-A88F-DEB1BD56977B}" srcOrd="0" destOrd="0" presId="urn:microsoft.com/office/officeart/2005/8/layout/process2"/>
    <dgm:cxn modelId="{2E8EBC96-51CA-4A4A-A675-A3559645EE7F}" srcId="{342836DB-97C3-124E-8506-0DB96FB117F3}" destId="{7E4BDEFE-9AB7-924A-944F-54BB14DB3F99}" srcOrd="1" destOrd="0" parTransId="{3588AB75-801B-0C4B-8841-5AAEF2A38426}" sibTransId="{5F26A25C-91C1-2549-80CF-EE63B9FA4018}"/>
    <dgm:cxn modelId="{37BA04A1-6841-A341-B2D0-9465464F9491}" type="presOf" srcId="{A8BB78B6-ED13-9342-8576-A65CDC21414C}" destId="{23955AA8-C2D5-594C-930E-1E6035CD72D1}" srcOrd="0" destOrd="0" presId="urn:microsoft.com/office/officeart/2005/8/layout/process2"/>
    <dgm:cxn modelId="{0914D9A9-1A6A-9745-8BA1-20EEC1A2E509}" type="presOf" srcId="{05807B51-68BA-6B44-965D-BCC6E3B9844A}" destId="{046AE2D3-7035-F64B-92DD-D28AA92C0B90}" srcOrd="0" destOrd="0" presId="urn:microsoft.com/office/officeart/2005/8/layout/process2"/>
    <dgm:cxn modelId="{CBC9BBE1-4080-844E-986A-B42ED18D2C09}" srcId="{342836DB-97C3-124E-8506-0DB96FB117F3}" destId="{6E4A81B6-5586-764B-B647-D0222C8A7B43}" srcOrd="2" destOrd="0" parTransId="{0B1BE77F-F246-734A-BA9D-EB48D3EE868D}" sibTransId="{DBF4ED20-437A-564B-8B01-3D6069F4B117}"/>
    <dgm:cxn modelId="{E4D0D9EF-139F-544B-B959-A5112E3D9BA1}" type="presOf" srcId="{B803F83C-F7D4-254C-B41D-2089267FDF48}" destId="{D89F5EDD-F127-B944-AFB6-E3CF0041E5FD}" srcOrd="0" destOrd="0" presId="urn:microsoft.com/office/officeart/2005/8/layout/process2"/>
    <dgm:cxn modelId="{EB5BDCA2-3C41-A145-83F8-C4B950475486}" type="presParOf" srcId="{D9DD07F3-9538-A24F-BCF7-027B2F4BB394}" destId="{9D21DA58-D1AA-6A4D-AE52-2A6C5C380892}" srcOrd="0" destOrd="0" presId="urn:microsoft.com/office/officeart/2005/8/layout/process2"/>
    <dgm:cxn modelId="{B6F23F0B-D90A-7E43-A59D-D3FDE6CAE4D3}" type="presParOf" srcId="{D9DD07F3-9538-A24F-BCF7-027B2F4BB394}" destId="{046AE2D3-7035-F64B-92DD-D28AA92C0B90}" srcOrd="1" destOrd="0" presId="urn:microsoft.com/office/officeart/2005/8/layout/process2"/>
    <dgm:cxn modelId="{C2218DF9-558F-694C-9918-75743FA635B0}" type="presParOf" srcId="{046AE2D3-7035-F64B-92DD-D28AA92C0B90}" destId="{0639D995-40E5-5446-B109-C6FB22A83F4F}" srcOrd="0" destOrd="0" presId="urn:microsoft.com/office/officeart/2005/8/layout/process2"/>
    <dgm:cxn modelId="{CA37E82B-2272-3F4C-9CE0-22468657FB24}" type="presParOf" srcId="{D9DD07F3-9538-A24F-BCF7-027B2F4BB394}" destId="{B2D8801A-8503-4C4F-974F-EDD7EEDBC133}" srcOrd="2" destOrd="0" presId="urn:microsoft.com/office/officeart/2005/8/layout/process2"/>
    <dgm:cxn modelId="{CC63500B-A480-D947-B5FD-852DA39E7F27}" type="presParOf" srcId="{D9DD07F3-9538-A24F-BCF7-027B2F4BB394}" destId="{C4C1EDDD-0C70-F144-BF83-CC15E5D6D042}" srcOrd="3" destOrd="0" presId="urn:microsoft.com/office/officeart/2005/8/layout/process2"/>
    <dgm:cxn modelId="{A3B778CA-3B46-8546-864B-BDA75AE9FE3B}" type="presParOf" srcId="{C4C1EDDD-0C70-F144-BF83-CC15E5D6D042}" destId="{02A6E9D9-D3B2-6147-9CE4-BE39A0738ABC}" srcOrd="0" destOrd="0" presId="urn:microsoft.com/office/officeart/2005/8/layout/process2"/>
    <dgm:cxn modelId="{5C897C08-B9C3-1A4F-8CA0-C24677A643C8}" type="presParOf" srcId="{D9DD07F3-9538-A24F-BCF7-027B2F4BB394}" destId="{7913D3F5-1F1C-A848-A88F-DEB1BD56977B}" srcOrd="4" destOrd="0" presId="urn:microsoft.com/office/officeart/2005/8/layout/process2"/>
    <dgm:cxn modelId="{41C6B482-2782-EB41-9179-EC4E08D2B997}" type="presParOf" srcId="{D9DD07F3-9538-A24F-BCF7-027B2F4BB394}" destId="{FCBDE04B-6FBA-A445-8C96-0B1CB637166B}" srcOrd="5" destOrd="0" presId="urn:microsoft.com/office/officeart/2005/8/layout/process2"/>
    <dgm:cxn modelId="{F3A7B789-3FB5-AB40-AD24-0F08D505F16C}" type="presParOf" srcId="{FCBDE04B-6FBA-A445-8C96-0B1CB637166B}" destId="{74FE1052-440D-EA44-A458-72D699444B35}" srcOrd="0" destOrd="0" presId="urn:microsoft.com/office/officeart/2005/8/layout/process2"/>
    <dgm:cxn modelId="{5A0DF200-BF46-C145-B726-43BEFAA5E696}" type="presParOf" srcId="{D9DD07F3-9538-A24F-BCF7-027B2F4BB394}" destId="{D89F5EDD-F127-B944-AFB6-E3CF0041E5FD}" srcOrd="6" destOrd="0" presId="urn:microsoft.com/office/officeart/2005/8/layout/process2"/>
    <dgm:cxn modelId="{24A1DC24-0FAE-0045-BD85-BB46DF1C24DA}" type="presParOf" srcId="{D9DD07F3-9538-A24F-BCF7-027B2F4BB394}" destId="{23955AA8-C2D5-594C-930E-1E6035CD72D1}" srcOrd="7" destOrd="0" presId="urn:microsoft.com/office/officeart/2005/8/layout/process2"/>
    <dgm:cxn modelId="{A6DCB95F-4431-A74A-A355-241F44620F9B}" type="presParOf" srcId="{23955AA8-C2D5-594C-930E-1E6035CD72D1}" destId="{2ABBDF74-20B1-D54E-A263-E2A78490DC34}" srcOrd="0" destOrd="0" presId="urn:microsoft.com/office/officeart/2005/8/layout/process2"/>
    <dgm:cxn modelId="{F9F0F3B9-D8C5-A24B-9BAB-39C8FF9E51D1}" type="presParOf" srcId="{D9DD07F3-9538-A24F-BCF7-027B2F4BB394}" destId="{4964BB09-2697-A643-BEE5-26D8FE5BE4F8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3C6B1A-A232-AC41-8B7D-2E2208E576D2}">
      <dsp:nvSpPr>
        <dsp:cNvPr id="0" name=""/>
        <dsp:cNvSpPr/>
      </dsp:nvSpPr>
      <dsp:spPr>
        <a:xfrm>
          <a:off x="2805731" y="2335"/>
          <a:ext cx="1564034" cy="868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Features</a:t>
          </a:r>
        </a:p>
      </dsp:txBody>
      <dsp:txXfrm>
        <a:off x="2831180" y="27784"/>
        <a:ext cx="1513136" cy="818010"/>
      </dsp:txXfrm>
    </dsp:sp>
    <dsp:sp modelId="{A05E1A51-3C45-BA4F-BAE8-955C52762D24}">
      <dsp:nvSpPr>
        <dsp:cNvPr id="0" name=""/>
        <dsp:cNvSpPr/>
      </dsp:nvSpPr>
      <dsp:spPr>
        <a:xfrm rot="5400000">
          <a:off x="3424828" y="892966"/>
          <a:ext cx="325840" cy="3910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3470446" y="925550"/>
        <a:ext cx="234604" cy="228088"/>
      </dsp:txXfrm>
    </dsp:sp>
    <dsp:sp modelId="{61D5E64C-B7BE-774A-8814-5F12692E17B0}">
      <dsp:nvSpPr>
        <dsp:cNvPr id="0" name=""/>
        <dsp:cNvSpPr/>
      </dsp:nvSpPr>
      <dsp:spPr>
        <a:xfrm>
          <a:off x="2805731" y="1305697"/>
          <a:ext cx="1564034" cy="868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Weighted Score (z)</a:t>
          </a:r>
        </a:p>
      </dsp:txBody>
      <dsp:txXfrm>
        <a:off x="2831180" y="1331146"/>
        <a:ext cx="1513136" cy="818010"/>
      </dsp:txXfrm>
    </dsp:sp>
    <dsp:sp modelId="{B1C75325-D242-3949-B7BE-45E978AB6904}">
      <dsp:nvSpPr>
        <dsp:cNvPr id="0" name=""/>
        <dsp:cNvSpPr/>
      </dsp:nvSpPr>
      <dsp:spPr>
        <a:xfrm rot="5400000">
          <a:off x="3424828" y="2196328"/>
          <a:ext cx="325840" cy="3910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3470446" y="2228912"/>
        <a:ext cx="234604" cy="228088"/>
      </dsp:txXfrm>
    </dsp:sp>
    <dsp:sp modelId="{4A9BCE06-1981-D84E-A0FE-CA9B00142853}">
      <dsp:nvSpPr>
        <dsp:cNvPr id="0" name=""/>
        <dsp:cNvSpPr/>
      </dsp:nvSpPr>
      <dsp:spPr>
        <a:xfrm>
          <a:off x="2805731" y="2609060"/>
          <a:ext cx="1564034" cy="868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Sigmoid Function</a:t>
          </a:r>
        </a:p>
      </dsp:txBody>
      <dsp:txXfrm>
        <a:off x="2831180" y="2634509"/>
        <a:ext cx="1513136" cy="818010"/>
      </dsp:txXfrm>
    </dsp:sp>
    <dsp:sp modelId="{6DE5E084-E358-924E-917B-161DC188E7F8}">
      <dsp:nvSpPr>
        <dsp:cNvPr id="0" name=""/>
        <dsp:cNvSpPr/>
      </dsp:nvSpPr>
      <dsp:spPr>
        <a:xfrm rot="5400000">
          <a:off x="3424828" y="3499690"/>
          <a:ext cx="325840" cy="3910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3470446" y="3532274"/>
        <a:ext cx="234604" cy="228088"/>
      </dsp:txXfrm>
    </dsp:sp>
    <dsp:sp modelId="{26636844-A56F-454A-A462-6CDF07C0CDED}">
      <dsp:nvSpPr>
        <dsp:cNvPr id="0" name=""/>
        <dsp:cNvSpPr/>
      </dsp:nvSpPr>
      <dsp:spPr>
        <a:xfrm>
          <a:off x="2805731" y="3912422"/>
          <a:ext cx="1564034" cy="868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Probability (0-1)</a:t>
          </a:r>
        </a:p>
      </dsp:txBody>
      <dsp:txXfrm>
        <a:off x="2831180" y="3937871"/>
        <a:ext cx="1513136" cy="8180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21DA58-D1AA-6A4D-AE52-2A6C5C380892}">
      <dsp:nvSpPr>
        <dsp:cNvPr id="0" name=""/>
        <dsp:cNvSpPr/>
      </dsp:nvSpPr>
      <dsp:spPr>
        <a:xfrm>
          <a:off x="2950621" y="629"/>
          <a:ext cx="1831468" cy="7362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Make Probability Prediction</a:t>
          </a:r>
        </a:p>
      </dsp:txBody>
      <dsp:txXfrm>
        <a:off x="2972186" y="22194"/>
        <a:ext cx="1788338" cy="693138"/>
      </dsp:txXfrm>
    </dsp:sp>
    <dsp:sp modelId="{046AE2D3-7035-F64B-92DD-D28AA92C0B90}">
      <dsp:nvSpPr>
        <dsp:cNvPr id="0" name=""/>
        <dsp:cNvSpPr/>
      </dsp:nvSpPr>
      <dsp:spPr>
        <a:xfrm rot="5400000">
          <a:off x="3728305" y="755304"/>
          <a:ext cx="276100" cy="3313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3766959" y="782914"/>
        <a:ext cx="198793" cy="193270"/>
      </dsp:txXfrm>
    </dsp:sp>
    <dsp:sp modelId="{B2D8801A-8503-4C4F-974F-EDD7EEDBC133}">
      <dsp:nvSpPr>
        <dsp:cNvPr id="0" name=""/>
        <dsp:cNvSpPr/>
      </dsp:nvSpPr>
      <dsp:spPr>
        <a:xfrm>
          <a:off x="2950621" y="1105032"/>
          <a:ext cx="1831468" cy="7362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Calculate Log Loss</a:t>
          </a:r>
        </a:p>
      </dsp:txBody>
      <dsp:txXfrm>
        <a:off x="2972186" y="1126597"/>
        <a:ext cx="1788338" cy="693138"/>
      </dsp:txXfrm>
    </dsp:sp>
    <dsp:sp modelId="{C4C1EDDD-0C70-F144-BF83-CC15E5D6D042}">
      <dsp:nvSpPr>
        <dsp:cNvPr id="0" name=""/>
        <dsp:cNvSpPr/>
      </dsp:nvSpPr>
      <dsp:spPr>
        <a:xfrm rot="5400000">
          <a:off x="3728305" y="1859708"/>
          <a:ext cx="276100" cy="3313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3766959" y="1887318"/>
        <a:ext cx="198793" cy="193270"/>
      </dsp:txXfrm>
    </dsp:sp>
    <dsp:sp modelId="{7913D3F5-1F1C-A848-A88F-DEB1BD56977B}">
      <dsp:nvSpPr>
        <dsp:cNvPr id="0" name=""/>
        <dsp:cNvSpPr/>
      </dsp:nvSpPr>
      <dsp:spPr>
        <a:xfrm>
          <a:off x="2950621" y="2209436"/>
          <a:ext cx="1831468" cy="7362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Adjust Weights</a:t>
          </a:r>
        </a:p>
      </dsp:txBody>
      <dsp:txXfrm>
        <a:off x="2972186" y="2231001"/>
        <a:ext cx="1788338" cy="693138"/>
      </dsp:txXfrm>
    </dsp:sp>
    <dsp:sp modelId="{FCBDE04B-6FBA-A445-8C96-0B1CB637166B}">
      <dsp:nvSpPr>
        <dsp:cNvPr id="0" name=""/>
        <dsp:cNvSpPr/>
      </dsp:nvSpPr>
      <dsp:spPr>
        <a:xfrm rot="5400000">
          <a:off x="3728305" y="2964111"/>
          <a:ext cx="276100" cy="3313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3766959" y="2991721"/>
        <a:ext cx="198793" cy="193270"/>
      </dsp:txXfrm>
    </dsp:sp>
    <dsp:sp modelId="{D89F5EDD-F127-B944-AFB6-E3CF0041E5FD}">
      <dsp:nvSpPr>
        <dsp:cNvPr id="0" name=""/>
        <dsp:cNvSpPr/>
      </dsp:nvSpPr>
      <dsp:spPr>
        <a:xfrm>
          <a:off x="2950621" y="3313839"/>
          <a:ext cx="1831468" cy="7362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Lower the Loss</a:t>
          </a:r>
        </a:p>
      </dsp:txBody>
      <dsp:txXfrm>
        <a:off x="2972186" y="3335404"/>
        <a:ext cx="1788338" cy="693138"/>
      </dsp:txXfrm>
    </dsp:sp>
    <dsp:sp modelId="{23955AA8-C2D5-594C-930E-1E6035CD72D1}">
      <dsp:nvSpPr>
        <dsp:cNvPr id="0" name=""/>
        <dsp:cNvSpPr/>
      </dsp:nvSpPr>
      <dsp:spPr>
        <a:xfrm rot="5400000">
          <a:off x="3728305" y="4068515"/>
          <a:ext cx="276100" cy="3313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3766959" y="4096125"/>
        <a:ext cx="198793" cy="193270"/>
      </dsp:txXfrm>
    </dsp:sp>
    <dsp:sp modelId="{4964BB09-2697-A643-BEE5-26D8FE5BE4F8}">
      <dsp:nvSpPr>
        <dsp:cNvPr id="0" name=""/>
        <dsp:cNvSpPr/>
      </dsp:nvSpPr>
      <dsp:spPr>
        <a:xfrm>
          <a:off x="2950621" y="4418242"/>
          <a:ext cx="1831468" cy="7362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Repeat</a:t>
          </a:r>
        </a:p>
      </dsp:txBody>
      <dsp:txXfrm>
        <a:off x="2972186" y="4439807"/>
        <a:ext cx="1788338" cy="693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648BEE-4010-7AC2-F7A2-D1569A1F30D6}"/>
              </a:ext>
            </a:extLst>
          </p:cNvPr>
          <p:cNvGrpSpPr/>
          <p:nvPr/>
        </p:nvGrpSpPr>
        <p:grpSpPr>
          <a:xfrm>
            <a:off x="3239" y="0"/>
            <a:ext cx="12185522" cy="6858000"/>
            <a:chOff x="3239" y="0"/>
            <a:chExt cx="12185522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308CA80-5224-20E6-3D97-A831A0657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9" y="0"/>
              <a:ext cx="12185522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883E267-AED8-3745-6B71-DCC006E6F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8982" y="3610598"/>
              <a:ext cx="1780374" cy="178037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DE83F46-9536-5A93-8C44-72FA1D0EC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00928" y="3625553"/>
              <a:ext cx="1764706" cy="17647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6354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11A4-66E7-2106-4B40-48E5905A95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Regression + Logistic Regression Math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16D24-BA96-7AE4-1B0B-BA5D95C85E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AIRO – Week 2</a:t>
            </a:r>
          </a:p>
          <a:p>
            <a:r>
              <a:rPr lang="en-US" dirty="0"/>
              <a:t>Created by Caden </a:t>
            </a:r>
            <a:r>
              <a:rPr lang="en-US" dirty="0" err="1"/>
              <a:t>Wondell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4052823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87F69-2841-714A-020F-12C00683D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predicting?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B9E42-12AC-86F6-B3C7-438EBA618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659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Takeaway: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Linear Regression → “How much?” or “What value?”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Logistic Regression → “Which class?” or “How likely?”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814144-AEB3-751E-3966-AE3DB9507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592009"/>
              </p:ext>
            </p:extLst>
          </p:nvPr>
        </p:nvGraphicFramePr>
        <p:xfrm>
          <a:off x="2005951" y="1904686"/>
          <a:ext cx="81686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259458166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312514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2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Exam Score: 82.4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Sentiment: 87% 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966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Stock Price: $187.35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Fraud: 17% Not Fraud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641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House Price: $415,000</a:t>
                      </a:r>
                      <a:endParaRPr lang="en-US" sz="1800" b="1" i="0" u="none" strike="noStrike" noProof="0" dirty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Spam: 91% 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899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Network Latency: 36 </a:t>
                      </a:r>
                      <a:r>
                        <a:rPr lang="en-US" sz="1800" b="0" i="0" u="none" strike="noStrike" noProof="0" dirty="0" err="1">
                          <a:latin typeface="Aptos"/>
                        </a:rPr>
                        <a:t>ms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Failure 28% Not Failure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724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309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30EF3-FEB3-D4C9-E11A-FA5B6C67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Regression: Making a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08BC1A-46CB-BA54-40A6-29EC2D30F0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AutoNum type="arabicPeriod"/>
                </a:pPr>
                <a:r>
                  <a:rPr lang="en-US" dirty="0"/>
                  <a:t>Define a prediction function: </a:t>
                </a:r>
              </a:p>
              <a:p>
                <a:pPr marL="457200" lvl="1" indent="0">
                  <a:buNone/>
                </a:pPr>
                <a:r>
                  <a:rPr lang="en-US" dirty="0"/>
                  <a:t>Linear Regression defines a Hypothesis: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Define a Cost Function</a:t>
                </a:r>
              </a:p>
              <a:p>
                <a:pPr marL="457200" lvl="1" indent="0">
                  <a:buNone/>
                </a:pPr>
                <a:r>
                  <a:rPr lang="en-US" dirty="0"/>
                  <a:t>A measure of how bad we’re doing: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 dirty="0" err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Repeat until the error is minimized</a:t>
                </a:r>
              </a:p>
              <a:p>
                <a:pPr marL="1428750" lvl="2" indent="-514350">
                  <a:buAutoNum type="arabicPeriod"/>
                </a:pPr>
                <a:r>
                  <a:rPr lang="en-US" dirty="0"/>
                  <a:t>Calculate the cost</a:t>
                </a:r>
              </a:p>
              <a:p>
                <a:pPr marL="1428750" lvl="2" indent="-514350">
                  <a:buAutoNum type="arabicPeriod"/>
                </a:pPr>
                <a:r>
                  <a:rPr lang="en-US" dirty="0"/>
                  <a:t>Calculate the slope of the cost function</a:t>
                </a:r>
              </a:p>
              <a:p>
                <a:pPr marL="1428750" lvl="2" indent="-514350">
                  <a:buAutoNum type="arabicPeriod"/>
                </a:pPr>
                <a:r>
                  <a:rPr lang="en-US" dirty="0"/>
                  <a:t>Adjust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to reduce the cost</a:t>
                </a:r>
              </a:p>
              <a:p>
                <a:pPr marL="1428750" lvl="2" indent="-514350">
                  <a:buAutoNum type="arabicPeriod"/>
                </a:pPr>
                <a:r>
                  <a:rPr lang="en-US" dirty="0"/>
                  <a:t>Repeat until the model converges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The Goal is to find the values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that produce the smallest prediction error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08BC1A-46CB-BA54-40A6-29EC2D30F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7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EB7AA-9082-94AC-32C8-6DE06376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Example:</a:t>
            </a:r>
            <a:br>
              <a:rPr lang="en-US" dirty="0"/>
            </a:br>
            <a:r>
              <a:rPr lang="en-US" sz="3300" dirty="0"/>
              <a:t>Predicting Exam Score for a student who studied for 6 hours</a:t>
            </a:r>
            <a:br>
              <a:rPr lang="en-US" sz="2200" dirty="0"/>
            </a:b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6EAD5B-C219-6ACA-4E5D-6DE37C1F12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2358"/>
                <a:ext cx="10515600" cy="4905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Suppose the model learned: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=35+7.5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75000"/>
                  </a:lnSpc>
                  <a:buNone/>
                </a:pPr>
                <a:r>
                  <a:rPr lang="en-US" sz="2000" dirty="0"/>
                  <a:t>x = study hours</a:t>
                </a:r>
              </a:p>
              <a:p>
                <a:pPr marL="0" indent="0">
                  <a:lnSpc>
                    <a:spcPct val="75000"/>
                  </a:lnSpc>
                  <a:buNone/>
                </a:pPr>
                <a:r>
                  <a:rPr lang="en-US" sz="2000" dirty="0"/>
                  <a:t>35 = intercept</a:t>
                </a:r>
              </a:p>
              <a:p>
                <a:pPr marL="0" indent="0">
                  <a:lnSpc>
                    <a:spcPct val="75000"/>
                  </a:lnSpc>
                  <a:buNone/>
                </a:pPr>
                <a:r>
                  <a:rPr lang="en-US" sz="2000" dirty="0"/>
                  <a:t>7.5 = learned weight</a:t>
                </a:r>
              </a:p>
              <a:p>
                <a:pPr marL="0" indent="0">
                  <a:lnSpc>
                    <a:spcPct val="75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predicted exam score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>
                          <a:latin typeface="Cambria Math" panose="02040503050406030204" pitchFamily="18" charset="0"/>
                        </a:rPr>
                        <m:t>=35+7.5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>
                          <a:latin typeface="Cambria Math" panose="02040503050406030204" pitchFamily="18" charset="0"/>
                        </a:rPr>
                        <m:t>=35+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80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Interpretation:</a:t>
                </a:r>
              </a:p>
              <a:p>
                <a:pPr marL="0" indent="0">
                  <a:buNone/>
                </a:pPr>
                <a:r>
                  <a:rPr lang="en-US" sz="2600" dirty="0"/>
                  <a:t>Each additional hour of study increase the predicted exam score by 7.5 points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6EAD5B-C219-6ACA-4E5D-6DE37C1F12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2358"/>
                <a:ext cx="10515600" cy="4905375"/>
              </a:xfrm>
              <a:blipFill>
                <a:blip r:embed="rId2"/>
                <a:stretch>
                  <a:fillRect l="-1206" t="-2326" b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8992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9F5EA-9FF5-715A-59E2-53563EE09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03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Linear Regression Example: Measuring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7C92D5-4462-B302-2F4C-ABDA02F9C3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4600"/>
                <a:ext cx="10515600" cy="524827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 dirty="0" err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err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 err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4+9+25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≈12.67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ptos" panose="020B0004020202020204" pitchFamily="34" charset="0"/>
                  </a:rPr>
                  <a:t>Lower MSE = predictions are closer to the actual values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7C92D5-4462-B302-2F4C-ABDA02F9C3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4600"/>
                <a:ext cx="10515600" cy="5248275"/>
              </a:xfrm>
              <a:blipFill>
                <a:blip r:embed="rId2"/>
                <a:stretch>
                  <a:fillRect l="-1086" t="-26024" b="-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632D878-1AD6-D90B-B291-CB0F1742E8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7562731"/>
                  </p:ext>
                </p:extLst>
              </p:nvPr>
            </p:nvGraphicFramePr>
            <p:xfrm>
              <a:off x="2032000" y="2512377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223456369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07184669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02139607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9461627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Student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Actual Score </a:t>
                          </a:r>
                          <a:r>
                            <a:rPr lang="en-US" b="0" i="1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Predicted Score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Squared Error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30779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92475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47391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56091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632D878-1AD6-D90B-B291-CB0F1742E8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7562731"/>
                  </p:ext>
                </p:extLst>
              </p:nvPr>
            </p:nvGraphicFramePr>
            <p:xfrm>
              <a:off x="2032000" y="2512377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223456369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07184669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02139607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9461627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Student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Actual Score </a:t>
                          </a:r>
                          <a:r>
                            <a:rPr lang="en-US" b="0" i="1" dirty="0"/>
                            <a:t>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625" t="-6667" r="-101875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Squared Error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30779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92475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47391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560914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4673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80C7-C9D6-A30F-2A6B-156F088A9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Regression: Making a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751517-494E-B8D9-2206-D58C81E11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8322733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+⋯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ptos" panose="020B0004020202020204" pitchFamily="34" charset="0"/>
                  </a:rPr>
                  <a:t>What the sigmoid does: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Takes a value of z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Coverts it to a value between 0 and 1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That value can be interpreted as a probability</a:t>
                </a:r>
              </a:p>
              <a:p>
                <a:pPr marL="0" indent="0">
                  <a:buNone/>
                </a:pPr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751517-494E-B8D9-2206-D58C81E11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8322733" cy="4351338"/>
              </a:xfrm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5F2F136-88CE-CC3E-2840-B563AB1FB1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1208180"/>
              </p:ext>
            </p:extLst>
          </p:nvPr>
        </p:nvGraphicFramePr>
        <p:xfrm>
          <a:off x="6362702" y="1481667"/>
          <a:ext cx="7175498" cy="4783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7317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00A1-4F05-731D-AEB4-A9F0B13B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Example:</a:t>
            </a:r>
            <a:br>
              <a:rPr lang="en-US" dirty="0"/>
            </a:br>
            <a:r>
              <a:rPr lang="en-US" sz="3000" dirty="0"/>
              <a:t>Consider a fraud detector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BFACB8-E161-8C5B-5BF9-A46C5E3C47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17133"/>
                <a:ext cx="10515600" cy="45598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60000"/>
                  </a:lnSpc>
                </a:pPr>
                <a:r>
                  <a:rPr lang="en-US" sz="2200" dirty="0"/>
                  <a:t>Suppose the model uses three features: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= Transaction amount = </a:t>
                </a:r>
                <a:r>
                  <a:rPr lang="en-US" sz="2200" b="1" dirty="0"/>
                  <a:t>$200</a:t>
                </a:r>
                <a:r>
                  <a:rPr lang="en-US" sz="2200" dirty="0"/>
                  <a:t>,   </a:t>
                </a:r>
              </a:p>
              <a:p>
                <a:pPr>
                  <a:lnSpc>
                    <a:spcPct val="6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= High-risk location = </a:t>
                </a:r>
                <a:r>
                  <a:rPr lang="en-US" sz="2200" b="1" dirty="0"/>
                  <a:t>1 (Yes)</a:t>
                </a:r>
                <a:r>
                  <a:rPr lang="en-US" sz="2200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200" dirty="0"/>
                  <a:t>= Unusual transaction time = </a:t>
                </a:r>
                <a:r>
                  <a:rPr lang="en-US" sz="2200" b="1" dirty="0"/>
                  <a:t>1 (Yes)</a:t>
                </a:r>
              </a:p>
              <a:p>
                <a:pPr>
                  <a:lnSpc>
                    <a:spcPct val="60000"/>
                  </a:lnSpc>
                </a:pPr>
                <a:endParaRPr lang="en-US" sz="1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=−3.5+0.01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+1.5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=−3.5+0.01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200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+1.5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=−3.5+2+2+1.5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den>
                      </m:f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≈0.88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1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0.88≥0.50⇒</m:t>
                      </m:r>
                      <m:r>
                        <m:rPr>
                          <m:nor/>
                        </m:rPr>
                        <a:rPr lang="en-US" sz="2400" i="0" dirty="0">
                          <a:latin typeface="Cambria Math" panose="02040503050406030204" pitchFamily="18" charset="0"/>
                        </a:rPr>
                        <m:t>Fraud</m:t>
                      </m:r>
                    </m:oMath>
                  </m:oMathPara>
                </a14:m>
                <a:endParaRPr lang="en-US" sz="1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BFACB8-E161-8C5B-5BF9-A46C5E3C47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17133"/>
                <a:ext cx="10515600" cy="4559830"/>
              </a:xfrm>
              <a:blipFill>
                <a:blip r:embed="rId2"/>
                <a:stretch>
                  <a:fillRect l="-724" t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3308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DE9E-9485-1A8E-12D3-FF80833A8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7142"/>
          </a:xfrm>
        </p:spPr>
        <p:txBody>
          <a:bodyPr>
            <a:normAutofit/>
          </a:bodyPr>
          <a:lstStyle/>
          <a:p>
            <a:r>
              <a:rPr lang="en-US" sz="4000" dirty="0"/>
              <a:t>Logistic Regression: How Does the Model Learn?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A94EAB-DE93-08E5-FA31-F3AF068387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0867"/>
                <a:ext cx="8314267" cy="47460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func>
                            <m:func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func>
                            <m:func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ptos" panose="020B0004020202020204" pitchFamily="34" charset="0"/>
                  </a:rPr>
                  <a:t>y = actual class, either 0 or 1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Aptos" panose="020B0004020202020204" pitchFamily="34" charset="0"/>
                  </a:rPr>
                  <a:t>p = predicted probability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Aptos" panose="020B0004020202020204" pitchFamily="34" charset="0"/>
                  </a:rPr>
                  <a:t>Lower loss = better prediction</a:t>
                </a:r>
              </a:p>
              <a:p>
                <a:pPr marL="0" indent="0">
                  <a:buNone/>
                </a:pPr>
                <a:endParaRPr lang="en-US" sz="2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ptos" panose="020B0004020202020204" pitchFamily="34" charset="0"/>
                  </a:rPr>
                  <a:t>Logistic Regression learns the weights that minimize Log Loss.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A94EAB-DE93-08E5-FA31-F3AF06838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0867"/>
                <a:ext cx="8314267" cy="4746096"/>
              </a:xfrm>
              <a:blipFill>
                <a:blip r:embed="rId2"/>
                <a:stretch>
                  <a:fillRect l="-1221" r="-1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3F77BB3-E9BC-4CEB-48E3-8196A9BF53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5219583"/>
              </p:ext>
            </p:extLst>
          </p:nvPr>
        </p:nvGraphicFramePr>
        <p:xfrm>
          <a:off x="6381222" y="1202268"/>
          <a:ext cx="7732711" cy="5155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9329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EDD1F-5F92-2476-5610-B0F93847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BFE66-F9A5-278C-876A-4FCB53B5B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A13BD2-7C46-020D-0E2E-D9886F3FC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59851"/>
            <a:ext cx="11631168" cy="653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42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02FA-6FF0-2752-C912-1B1C46B4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and Recall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4CBAD0-C7A4-CE16-CB9F-88E956F777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2467"/>
                <a:ext cx="6256867" cy="464449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3+1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=0.75=75%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Recall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Recall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3+2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=0.60=60%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4CBAD0-C7A4-CE16-CB9F-88E956F77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2467"/>
                <a:ext cx="6256867" cy="464449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127C08B-08A5-2D03-6977-CE768F6D7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067" y="1729316"/>
            <a:ext cx="4794956" cy="359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49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D817-3D5D-CE6F-CB80-65EBE2D81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and F1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9670FE-C0CD-A9C7-80DC-2EDDB8D132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6333"/>
                <a:ext cx="5808133" cy="461063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3+5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3+5+1+2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≈0.73=73%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9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Precision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Recall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Precision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Recall</m:t>
                          </m:r>
                        </m:den>
                      </m:f>
                    </m:oMath>
                  </m:oMathPara>
                </a14:m>
                <a:endParaRPr lang="en-US" sz="19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0.90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1.35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≈0.67=67%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9670FE-C0CD-A9C7-80DC-2EDDB8D132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6333"/>
                <a:ext cx="5808133" cy="461063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D0925E9-662C-B4D6-A1CA-72748D77E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333" y="1419224"/>
            <a:ext cx="5359402" cy="401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97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4D927-C2E8-1C31-29D4-A3C3E96C8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9C2B377C-94C1-865D-905F-AC2088999ED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7082609"/>
                  </p:ext>
                </p:extLst>
              </p:nvPr>
            </p:nvGraphicFramePr>
            <p:xfrm>
              <a:off x="838200" y="1574800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603705137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978406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Linear Regression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Logistic </a:t>
                          </a:r>
                          <a:r>
                            <a:rPr lang="en-US" dirty="0" err="1"/>
                            <a:t>Regession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61726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Predicts a number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Predicts a probability (category)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75203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Log Loss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96819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Minimize MSE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Minimize Log Loss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1386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Learn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Learn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9399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9C2B377C-94C1-865D-905F-AC2088999ED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7082609"/>
                  </p:ext>
                </p:extLst>
              </p:nvPr>
            </p:nvGraphicFramePr>
            <p:xfrm>
              <a:off x="838200" y="1574800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603705137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978406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Linear Regression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Logistic </a:t>
                          </a:r>
                          <a:r>
                            <a:rPr lang="en-US" dirty="0" err="1"/>
                            <a:t>Regession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61726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Predicts a number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Predicts a probability (category)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75203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Log Loss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96819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Minimize MSE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Minimize Log Loss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1386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2" t="-413793" r="-100725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42" t="-413793" r="-725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9399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5AA2D55-218A-623C-0092-C715A51D4459}"/>
              </a:ext>
            </a:extLst>
          </p:cNvPr>
          <p:cNvSpPr txBox="1"/>
          <p:nvPr/>
        </p:nvSpPr>
        <p:spPr>
          <a:xfrm>
            <a:off x="838200" y="3801534"/>
            <a:ext cx="86952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Classification Metrics:</a:t>
            </a:r>
          </a:p>
          <a:p>
            <a:pPr lvl="0"/>
            <a:r>
              <a:rPr lang="en-US" sz="2400" dirty="0"/>
              <a:t>Accuracy — overall percentage correct </a:t>
            </a:r>
          </a:p>
          <a:p>
            <a:pPr lvl="0"/>
            <a:r>
              <a:rPr lang="en-US" sz="2400" dirty="0"/>
              <a:t>Precision — when the model says “positive,” how often is it right? </a:t>
            </a:r>
          </a:p>
          <a:p>
            <a:pPr lvl="0"/>
            <a:r>
              <a:rPr lang="en-US" sz="2400" dirty="0"/>
              <a:t>Recall — how many actual positives did it find? </a:t>
            </a:r>
          </a:p>
          <a:p>
            <a:pPr lvl="0"/>
            <a:r>
              <a:rPr lang="en-US" sz="2400" dirty="0"/>
              <a:t>F1 Score — balances precision and recall</a:t>
            </a:r>
          </a:p>
        </p:txBody>
      </p:sp>
    </p:spTree>
    <p:extLst>
      <p:ext uri="{BB962C8B-B14F-4D97-AF65-F5344CB8AC3E}">
        <p14:creationId xmlns:p14="http://schemas.microsoft.com/office/powerpoint/2010/main" val="3719475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625</Words>
  <Application>Microsoft Office PowerPoint</Application>
  <PresentationFormat>Widescreen</PresentationFormat>
  <Paragraphs>142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Linear Regression + Logistic Regression Math</vt:lpstr>
      <vt:lpstr>What are we predicting?</vt:lpstr>
      <vt:lpstr>Linear Regression: Making a Prediction</vt:lpstr>
      <vt:lpstr>Linear Regression Example: Predicting Exam Score for a student who studied for 6 hours </vt:lpstr>
      <vt:lpstr>Linear Regression Example: Measuring Error</vt:lpstr>
      <vt:lpstr>Logistic Regression: Making a Prediction</vt:lpstr>
      <vt:lpstr>Logistic Regression Example: Consider a fraud detector</vt:lpstr>
      <vt:lpstr>Logistic Regression: How Does the Model Learn?</vt:lpstr>
      <vt:lpstr>Confusion Matrix</vt:lpstr>
      <vt:lpstr>Precision and Recall</vt:lpstr>
      <vt:lpstr>Accuracy and F1 Score</vt:lpstr>
      <vt:lpstr>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Wondell, Caden</cp:lastModifiedBy>
  <cp:revision>200</cp:revision>
  <dcterms:created xsi:type="dcterms:W3CDTF">2026-09-03T21:13:02Z</dcterms:created>
  <dcterms:modified xsi:type="dcterms:W3CDTF">2026-09-24T14:45:23Z</dcterms:modified>
</cp:coreProperties>
</file>