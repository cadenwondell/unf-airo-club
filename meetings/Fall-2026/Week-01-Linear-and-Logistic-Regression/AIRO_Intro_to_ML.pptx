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56" r:id="rId3"/>
    <p:sldId id="257" r:id="rId4"/>
    <p:sldId id="260" r:id="rId5"/>
    <p:sldId id="261" r:id="rId6"/>
    <p:sldId id="271" r:id="rId7"/>
    <p:sldId id="262" r:id="rId8"/>
    <p:sldId id="26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59439-757C-0AE2-B392-33935C3EB20B}" v="52" dt="2026-09-09T16:15:01.670"/>
    <p1510:client id="{FF91CB71-C7B4-3D5A-C8ED-A6661CE76689}" v="364" dt="2026-09-09T17:08:10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EB48F6-1E52-4E1E-AF9D-04FD3C18DBAB}" type="doc">
      <dgm:prSet loTypeId="urn:microsoft.com/office/officeart/2005/8/layout/process2" loCatId="process" qsTypeId="urn:microsoft.com/office/officeart/2005/8/quickstyle/simple1" qsCatId="simple" csTypeId="urn:microsoft.com/office/officeart/2005/8/colors/accent1_5" csCatId="accent1" phldr="1"/>
      <dgm:spPr/>
    </dgm:pt>
    <dgm:pt modelId="{F6E1619B-2DB6-4375-AEA7-71822462088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Artificial Intelligence</a:t>
          </a:r>
          <a:endParaRPr lang="en-US"/>
        </a:p>
      </dgm:t>
    </dgm:pt>
    <dgm:pt modelId="{7ABBFAFB-77CF-458A-AF74-6A4C78FDCA34}" type="parTrans" cxnId="{E26E4BCA-2F4F-4BC4-A956-EA436A531E22}">
      <dgm:prSet/>
      <dgm:spPr/>
    </dgm:pt>
    <dgm:pt modelId="{8D992D2C-7E80-4808-A680-B90B6931899A}" type="sibTrans" cxnId="{E26E4BCA-2F4F-4BC4-A956-EA436A531E22}">
      <dgm:prSet/>
      <dgm:spPr/>
      <dgm:t>
        <a:bodyPr/>
        <a:lstStyle/>
        <a:p>
          <a:endParaRPr lang="en-US"/>
        </a:p>
      </dgm:t>
    </dgm:pt>
    <dgm:pt modelId="{999FE349-051D-49AB-A709-61B52D254CD5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Machine Learning</a:t>
          </a:r>
          <a:endParaRPr lang="en-US"/>
        </a:p>
      </dgm:t>
    </dgm:pt>
    <dgm:pt modelId="{E1592626-C15F-4B65-AE6A-33CC18814734}" type="parTrans" cxnId="{E3BFA3D2-CE9D-464C-9703-F91F02E4327D}">
      <dgm:prSet/>
      <dgm:spPr/>
    </dgm:pt>
    <dgm:pt modelId="{DD65AFC1-9A0B-4523-A89F-13C982B81413}" type="sibTrans" cxnId="{E3BFA3D2-CE9D-464C-9703-F91F02E4327D}">
      <dgm:prSet/>
      <dgm:spPr/>
      <dgm:t>
        <a:bodyPr/>
        <a:lstStyle/>
        <a:p>
          <a:endParaRPr lang="en-US"/>
        </a:p>
      </dgm:t>
    </dgm:pt>
    <dgm:pt modelId="{E8EE2BC5-069B-42E7-A011-160642B4C0F0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Deep Learning</a:t>
          </a:r>
          <a:endParaRPr lang="en-US"/>
        </a:p>
      </dgm:t>
    </dgm:pt>
    <dgm:pt modelId="{029BCE5F-8BE8-4E05-91DA-39D432444C7F}" type="parTrans" cxnId="{A380F768-84D3-4CC1-B699-2ADF71336CB7}">
      <dgm:prSet/>
      <dgm:spPr/>
    </dgm:pt>
    <dgm:pt modelId="{2B29E005-3984-450C-87A1-E005016B578E}" type="sibTrans" cxnId="{A380F768-84D3-4CC1-B699-2ADF71336CB7}">
      <dgm:prSet/>
      <dgm:spPr/>
    </dgm:pt>
    <dgm:pt modelId="{7D75C85B-CA6F-467E-88AF-5679905A9336}" type="pres">
      <dgm:prSet presAssocID="{D2EB48F6-1E52-4E1E-AF9D-04FD3C18DBAB}" presName="linearFlow" presStyleCnt="0">
        <dgm:presLayoutVars>
          <dgm:resizeHandles val="exact"/>
        </dgm:presLayoutVars>
      </dgm:prSet>
      <dgm:spPr/>
    </dgm:pt>
    <dgm:pt modelId="{155ED756-DDFF-4DE0-B179-E9B353931361}" type="pres">
      <dgm:prSet presAssocID="{F6E1619B-2DB6-4375-AEA7-71822462088A}" presName="node" presStyleLbl="node1" presStyleIdx="0" presStyleCnt="3">
        <dgm:presLayoutVars>
          <dgm:bulletEnabled val="1"/>
        </dgm:presLayoutVars>
      </dgm:prSet>
      <dgm:spPr/>
    </dgm:pt>
    <dgm:pt modelId="{8DC29F8F-CFD1-464F-B1EB-5C02D4F8E156}" type="pres">
      <dgm:prSet presAssocID="{8D992D2C-7E80-4808-A680-B90B6931899A}" presName="sibTrans" presStyleLbl="sibTrans2D1" presStyleIdx="0" presStyleCnt="2"/>
      <dgm:spPr/>
    </dgm:pt>
    <dgm:pt modelId="{F0136DB6-1787-4A01-9089-CA2985610391}" type="pres">
      <dgm:prSet presAssocID="{8D992D2C-7E80-4808-A680-B90B6931899A}" presName="connectorText" presStyleLbl="sibTrans2D1" presStyleIdx="0" presStyleCnt="2"/>
      <dgm:spPr/>
    </dgm:pt>
    <dgm:pt modelId="{F8A629A7-AFC4-403A-94E8-4C1099189FAB}" type="pres">
      <dgm:prSet presAssocID="{999FE349-051D-49AB-A709-61B52D254CD5}" presName="node" presStyleLbl="node1" presStyleIdx="1" presStyleCnt="3">
        <dgm:presLayoutVars>
          <dgm:bulletEnabled val="1"/>
        </dgm:presLayoutVars>
      </dgm:prSet>
      <dgm:spPr/>
    </dgm:pt>
    <dgm:pt modelId="{EDB17701-BB91-4ECA-BF17-A9884EA026D1}" type="pres">
      <dgm:prSet presAssocID="{DD65AFC1-9A0B-4523-A89F-13C982B81413}" presName="sibTrans" presStyleLbl="sibTrans2D1" presStyleIdx="1" presStyleCnt="2"/>
      <dgm:spPr/>
    </dgm:pt>
    <dgm:pt modelId="{C4D4DBCD-ABAA-4FF4-A43B-0AAC4A925CA4}" type="pres">
      <dgm:prSet presAssocID="{DD65AFC1-9A0B-4523-A89F-13C982B81413}" presName="connectorText" presStyleLbl="sibTrans2D1" presStyleIdx="1" presStyleCnt="2"/>
      <dgm:spPr/>
    </dgm:pt>
    <dgm:pt modelId="{2A1D27E6-07ED-483A-8A46-47036C8B27DC}" type="pres">
      <dgm:prSet presAssocID="{E8EE2BC5-069B-42E7-A011-160642B4C0F0}" presName="node" presStyleLbl="node1" presStyleIdx="2" presStyleCnt="3">
        <dgm:presLayoutVars>
          <dgm:bulletEnabled val="1"/>
        </dgm:presLayoutVars>
      </dgm:prSet>
      <dgm:spPr/>
    </dgm:pt>
  </dgm:ptLst>
  <dgm:cxnLst>
    <dgm:cxn modelId="{B3E66809-77B6-49AC-8B73-2410B99B952C}" type="presOf" srcId="{E8EE2BC5-069B-42E7-A011-160642B4C0F0}" destId="{2A1D27E6-07ED-483A-8A46-47036C8B27DC}" srcOrd="0" destOrd="0" presId="urn:microsoft.com/office/officeart/2005/8/layout/process2"/>
    <dgm:cxn modelId="{80687664-9178-4D49-BD42-D855FF81702E}" type="presOf" srcId="{999FE349-051D-49AB-A709-61B52D254CD5}" destId="{F8A629A7-AFC4-403A-94E8-4C1099189FAB}" srcOrd="0" destOrd="0" presId="urn:microsoft.com/office/officeart/2005/8/layout/process2"/>
    <dgm:cxn modelId="{A380F768-84D3-4CC1-B699-2ADF71336CB7}" srcId="{D2EB48F6-1E52-4E1E-AF9D-04FD3C18DBAB}" destId="{E8EE2BC5-069B-42E7-A011-160642B4C0F0}" srcOrd="2" destOrd="0" parTransId="{029BCE5F-8BE8-4E05-91DA-39D432444C7F}" sibTransId="{2B29E005-3984-450C-87A1-E005016B578E}"/>
    <dgm:cxn modelId="{9196CF49-2AE0-4892-B941-66A253BB72CB}" type="presOf" srcId="{F6E1619B-2DB6-4375-AEA7-71822462088A}" destId="{155ED756-DDFF-4DE0-B179-E9B353931361}" srcOrd="0" destOrd="0" presId="urn:microsoft.com/office/officeart/2005/8/layout/process2"/>
    <dgm:cxn modelId="{E26E4BCA-2F4F-4BC4-A956-EA436A531E22}" srcId="{D2EB48F6-1E52-4E1E-AF9D-04FD3C18DBAB}" destId="{F6E1619B-2DB6-4375-AEA7-71822462088A}" srcOrd="0" destOrd="0" parTransId="{7ABBFAFB-77CF-458A-AF74-6A4C78FDCA34}" sibTransId="{8D992D2C-7E80-4808-A680-B90B6931899A}"/>
    <dgm:cxn modelId="{E3BFA3D2-CE9D-464C-9703-F91F02E4327D}" srcId="{D2EB48F6-1E52-4E1E-AF9D-04FD3C18DBAB}" destId="{999FE349-051D-49AB-A709-61B52D254CD5}" srcOrd="1" destOrd="0" parTransId="{E1592626-C15F-4B65-AE6A-33CC18814734}" sibTransId="{DD65AFC1-9A0B-4523-A89F-13C982B81413}"/>
    <dgm:cxn modelId="{339101E1-DB6D-4EAD-B4CA-419FF2715706}" type="presOf" srcId="{DD65AFC1-9A0B-4523-A89F-13C982B81413}" destId="{C4D4DBCD-ABAA-4FF4-A43B-0AAC4A925CA4}" srcOrd="1" destOrd="0" presId="urn:microsoft.com/office/officeart/2005/8/layout/process2"/>
    <dgm:cxn modelId="{806321E7-FFC4-4169-B766-52666D7D11FD}" type="presOf" srcId="{DD65AFC1-9A0B-4523-A89F-13C982B81413}" destId="{EDB17701-BB91-4ECA-BF17-A9884EA026D1}" srcOrd="0" destOrd="0" presId="urn:microsoft.com/office/officeart/2005/8/layout/process2"/>
    <dgm:cxn modelId="{D8A927E7-2898-4478-AED4-82E736A2E269}" type="presOf" srcId="{D2EB48F6-1E52-4E1E-AF9D-04FD3C18DBAB}" destId="{7D75C85B-CA6F-467E-88AF-5679905A9336}" srcOrd="0" destOrd="0" presId="urn:microsoft.com/office/officeart/2005/8/layout/process2"/>
    <dgm:cxn modelId="{AFB789F9-58BE-4630-B9F4-683407E189A9}" type="presOf" srcId="{8D992D2C-7E80-4808-A680-B90B6931899A}" destId="{F0136DB6-1787-4A01-9089-CA2985610391}" srcOrd="1" destOrd="0" presId="urn:microsoft.com/office/officeart/2005/8/layout/process2"/>
    <dgm:cxn modelId="{DA920AFE-9D14-4FF4-B2A0-BC6CDC42709A}" type="presOf" srcId="{8D992D2C-7E80-4808-A680-B90B6931899A}" destId="{8DC29F8F-CFD1-464F-B1EB-5C02D4F8E156}" srcOrd="0" destOrd="0" presId="urn:microsoft.com/office/officeart/2005/8/layout/process2"/>
    <dgm:cxn modelId="{8B0509AA-5899-4C2F-AEF7-5DA9D4699B0E}" type="presParOf" srcId="{7D75C85B-CA6F-467E-88AF-5679905A9336}" destId="{155ED756-DDFF-4DE0-B179-E9B353931361}" srcOrd="0" destOrd="0" presId="urn:microsoft.com/office/officeart/2005/8/layout/process2"/>
    <dgm:cxn modelId="{5D4F5872-2C38-4BE0-A355-B26F94B54D14}" type="presParOf" srcId="{7D75C85B-CA6F-467E-88AF-5679905A9336}" destId="{8DC29F8F-CFD1-464F-B1EB-5C02D4F8E156}" srcOrd="1" destOrd="0" presId="urn:microsoft.com/office/officeart/2005/8/layout/process2"/>
    <dgm:cxn modelId="{13581209-1A08-4591-8B34-24AF6E582A43}" type="presParOf" srcId="{8DC29F8F-CFD1-464F-B1EB-5C02D4F8E156}" destId="{F0136DB6-1787-4A01-9089-CA2985610391}" srcOrd="0" destOrd="0" presId="urn:microsoft.com/office/officeart/2005/8/layout/process2"/>
    <dgm:cxn modelId="{813E2F88-7AF5-41DD-A87C-AEA322D90C1F}" type="presParOf" srcId="{7D75C85B-CA6F-467E-88AF-5679905A9336}" destId="{F8A629A7-AFC4-403A-94E8-4C1099189FAB}" srcOrd="2" destOrd="0" presId="urn:microsoft.com/office/officeart/2005/8/layout/process2"/>
    <dgm:cxn modelId="{91D8CFCD-7731-42D8-BA40-889E9C1CF2C6}" type="presParOf" srcId="{7D75C85B-CA6F-467E-88AF-5679905A9336}" destId="{EDB17701-BB91-4ECA-BF17-A9884EA026D1}" srcOrd="3" destOrd="0" presId="urn:microsoft.com/office/officeart/2005/8/layout/process2"/>
    <dgm:cxn modelId="{EAB16A3A-0A79-401F-9B7A-A81653CF73B1}" type="presParOf" srcId="{EDB17701-BB91-4ECA-BF17-A9884EA026D1}" destId="{C4D4DBCD-ABAA-4FF4-A43B-0AAC4A925CA4}" srcOrd="0" destOrd="0" presId="urn:microsoft.com/office/officeart/2005/8/layout/process2"/>
    <dgm:cxn modelId="{C62FCB37-C82A-4036-872A-0D9C472A6A24}" type="presParOf" srcId="{7D75C85B-CA6F-467E-88AF-5679905A9336}" destId="{2A1D27E6-07ED-483A-8A46-47036C8B27D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0FBFD4-F57B-498D-BF41-F0EF07405321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B9E147BD-75B1-4E9B-A1AE-FC8D6E70E249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Training Example</a:t>
          </a:r>
          <a:endParaRPr lang="en-US" dirty="0"/>
        </a:p>
      </dgm:t>
    </dgm:pt>
    <dgm:pt modelId="{DEF92032-3B06-4212-94F7-17720171B078}" type="parTrans" cxnId="{BD12B2B6-0081-40FA-A1B0-BCAE74703F8A}">
      <dgm:prSet/>
      <dgm:spPr/>
    </dgm:pt>
    <dgm:pt modelId="{146A47B9-F455-4C48-BA28-6C25512FEB70}" type="sibTrans" cxnId="{BD12B2B6-0081-40FA-A1B0-BCAE74703F8A}">
      <dgm:prSet/>
      <dgm:spPr/>
      <dgm:t>
        <a:bodyPr/>
        <a:lstStyle/>
        <a:p>
          <a:endParaRPr lang="en-US"/>
        </a:p>
      </dgm:t>
    </dgm:pt>
    <dgm:pt modelId="{27E83A87-21AF-4532-9D09-F5C94B262C52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Model Makes a Prediction</a:t>
          </a:r>
          <a:endParaRPr lang="en-US" dirty="0"/>
        </a:p>
      </dgm:t>
    </dgm:pt>
    <dgm:pt modelId="{DB751C17-2CB8-41D5-9ABB-DD10EAC926F8}" type="parTrans" cxnId="{79A1DA3A-2559-43B3-9E62-02C3A54AC7ED}">
      <dgm:prSet/>
      <dgm:spPr/>
    </dgm:pt>
    <dgm:pt modelId="{9733A3DD-7B95-41F1-BC24-CB6DBD479379}" type="sibTrans" cxnId="{79A1DA3A-2559-43B3-9E62-02C3A54AC7ED}">
      <dgm:prSet/>
      <dgm:spPr/>
      <dgm:t>
        <a:bodyPr/>
        <a:lstStyle/>
        <a:p>
          <a:endParaRPr lang="en-US"/>
        </a:p>
      </dgm:t>
    </dgm:pt>
    <dgm:pt modelId="{79DF1B8D-4EA3-49B6-908F-28310BF4706E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Compare Prediction to Correct Answer</a:t>
          </a:r>
          <a:endParaRPr lang="en-US" dirty="0"/>
        </a:p>
      </dgm:t>
    </dgm:pt>
    <dgm:pt modelId="{CF48D0B8-18E7-40AC-BB82-6F8D3635E7B9}" type="parTrans" cxnId="{8E3C1AE4-7918-42F8-B76C-F55217D90158}">
      <dgm:prSet/>
      <dgm:spPr/>
    </dgm:pt>
    <dgm:pt modelId="{98AF76C3-B756-4D0D-852A-84F6A3ECA2D1}" type="sibTrans" cxnId="{8E3C1AE4-7918-42F8-B76C-F55217D90158}">
      <dgm:prSet/>
      <dgm:spPr/>
      <dgm:t>
        <a:bodyPr/>
        <a:lstStyle/>
        <a:p>
          <a:endParaRPr lang="en-US"/>
        </a:p>
      </dgm:t>
    </dgm:pt>
    <dgm:pt modelId="{DE287154-73FE-4D3F-8F64-A9C7862D357F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Adjust the Model</a:t>
          </a:r>
        </a:p>
      </dgm:t>
    </dgm:pt>
    <dgm:pt modelId="{B674819C-3E0B-43A9-9565-B58BC0F467C4}" type="parTrans" cxnId="{ECB8218F-2557-45EF-917C-7151FC1674F6}">
      <dgm:prSet/>
      <dgm:spPr/>
    </dgm:pt>
    <dgm:pt modelId="{EC8D7805-083B-4F79-B77E-06B8188C36A5}" type="sibTrans" cxnId="{ECB8218F-2557-45EF-917C-7151FC1674F6}">
      <dgm:prSet/>
      <dgm:spPr/>
      <dgm:t>
        <a:bodyPr/>
        <a:lstStyle/>
        <a:p>
          <a:endParaRPr lang="en-US"/>
        </a:p>
      </dgm:t>
    </dgm:pt>
    <dgm:pt modelId="{1A5FA32F-A4CB-4AA5-A049-0B47EA3812F1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Repeat</a:t>
          </a:r>
        </a:p>
      </dgm:t>
    </dgm:pt>
    <dgm:pt modelId="{90C370DB-6B4E-46D7-ACCD-4086F2B2C17F}" type="parTrans" cxnId="{B6DFB0F0-B67F-48CD-8576-9C7F6DF4BDCE}">
      <dgm:prSet/>
      <dgm:spPr/>
    </dgm:pt>
    <dgm:pt modelId="{7A1244D3-927C-440C-94DF-80B606F6A40B}" type="sibTrans" cxnId="{B6DFB0F0-B67F-48CD-8576-9C7F6DF4BDCE}">
      <dgm:prSet/>
      <dgm:spPr/>
    </dgm:pt>
    <dgm:pt modelId="{FFB70D2D-9C05-410E-A062-27202DD797BA}" type="pres">
      <dgm:prSet presAssocID="{F30FBFD4-F57B-498D-BF41-F0EF07405321}" presName="linearFlow" presStyleCnt="0">
        <dgm:presLayoutVars>
          <dgm:resizeHandles val="exact"/>
        </dgm:presLayoutVars>
      </dgm:prSet>
      <dgm:spPr/>
    </dgm:pt>
    <dgm:pt modelId="{9784B86F-CDAA-4313-A823-0771BE5B5776}" type="pres">
      <dgm:prSet presAssocID="{B9E147BD-75B1-4E9B-A1AE-FC8D6E70E249}" presName="node" presStyleLbl="node1" presStyleIdx="0" presStyleCnt="5">
        <dgm:presLayoutVars>
          <dgm:bulletEnabled val="1"/>
        </dgm:presLayoutVars>
      </dgm:prSet>
      <dgm:spPr/>
    </dgm:pt>
    <dgm:pt modelId="{65EE25D2-0933-4067-BF7E-D523D0EFAAA4}" type="pres">
      <dgm:prSet presAssocID="{146A47B9-F455-4C48-BA28-6C25512FEB70}" presName="sibTrans" presStyleLbl="sibTrans2D1" presStyleIdx="0" presStyleCnt="4"/>
      <dgm:spPr/>
    </dgm:pt>
    <dgm:pt modelId="{604A747D-14D0-46D5-8B23-5F2194FD4919}" type="pres">
      <dgm:prSet presAssocID="{146A47B9-F455-4C48-BA28-6C25512FEB70}" presName="connectorText" presStyleLbl="sibTrans2D1" presStyleIdx="0" presStyleCnt="4"/>
      <dgm:spPr/>
    </dgm:pt>
    <dgm:pt modelId="{6F19AFDB-3D2A-4AD2-8D32-2949FB9AE48D}" type="pres">
      <dgm:prSet presAssocID="{27E83A87-21AF-4532-9D09-F5C94B262C52}" presName="node" presStyleLbl="node1" presStyleIdx="1" presStyleCnt="5">
        <dgm:presLayoutVars>
          <dgm:bulletEnabled val="1"/>
        </dgm:presLayoutVars>
      </dgm:prSet>
      <dgm:spPr/>
    </dgm:pt>
    <dgm:pt modelId="{3E7D2BFB-C36E-49B9-A0DA-226AEDD6447A}" type="pres">
      <dgm:prSet presAssocID="{9733A3DD-7B95-41F1-BC24-CB6DBD479379}" presName="sibTrans" presStyleLbl="sibTrans2D1" presStyleIdx="1" presStyleCnt="4"/>
      <dgm:spPr/>
    </dgm:pt>
    <dgm:pt modelId="{84FC1520-DFEE-4159-8935-9648451F523E}" type="pres">
      <dgm:prSet presAssocID="{9733A3DD-7B95-41F1-BC24-CB6DBD479379}" presName="connectorText" presStyleLbl="sibTrans2D1" presStyleIdx="1" presStyleCnt="4"/>
      <dgm:spPr/>
    </dgm:pt>
    <dgm:pt modelId="{C2D75E4B-6D66-40C3-8DFB-1DD1AA33B03C}" type="pres">
      <dgm:prSet presAssocID="{79DF1B8D-4EA3-49B6-908F-28310BF4706E}" presName="node" presStyleLbl="node1" presStyleIdx="2" presStyleCnt="5">
        <dgm:presLayoutVars>
          <dgm:bulletEnabled val="1"/>
        </dgm:presLayoutVars>
      </dgm:prSet>
      <dgm:spPr/>
    </dgm:pt>
    <dgm:pt modelId="{8139F5C8-6BB8-422F-81E7-118ACB3E4115}" type="pres">
      <dgm:prSet presAssocID="{98AF76C3-B756-4D0D-852A-84F6A3ECA2D1}" presName="sibTrans" presStyleLbl="sibTrans2D1" presStyleIdx="2" presStyleCnt="4"/>
      <dgm:spPr/>
    </dgm:pt>
    <dgm:pt modelId="{3D02813A-4477-4B26-BBE9-80E3A415B5AE}" type="pres">
      <dgm:prSet presAssocID="{98AF76C3-B756-4D0D-852A-84F6A3ECA2D1}" presName="connectorText" presStyleLbl="sibTrans2D1" presStyleIdx="2" presStyleCnt="4"/>
      <dgm:spPr/>
    </dgm:pt>
    <dgm:pt modelId="{C2451EC8-9CD0-4459-B318-1AB6F644A116}" type="pres">
      <dgm:prSet presAssocID="{DE287154-73FE-4D3F-8F64-A9C7862D357F}" presName="node" presStyleLbl="node1" presStyleIdx="3" presStyleCnt="5">
        <dgm:presLayoutVars>
          <dgm:bulletEnabled val="1"/>
        </dgm:presLayoutVars>
      </dgm:prSet>
      <dgm:spPr/>
    </dgm:pt>
    <dgm:pt modelId="{C1C51D1D-F22D-48BD-A6F5-2592DFB00A86}" type="pres">
      <dgm:prSet presAssocID="{EC8D7805-083B-4F79-B77E-06B8188C36A5}" presName="sibTrans" presStyleLbl="sibTrans2D1" presStyleIdx="3" presStyleCnt="4"/>
      <dgm:spPr/>
    </dgm:pt>
    <dgm:pt modelId="{1EBFFBB7-5AC8-4BFF-8DA9-28C4D3FD5E84}" type="pres">
      <dgm:prSet presAssocID="{EC8D7805-083B-4F79-B77E-06B8188C36A5}" presName="connectorText" presStyleLbl="sibTrans2D1" presStyleIdx="3" presStyleCnt="4"/>
      <dgm:spPr/>
    </dgm:pt>
    <dgm:pt modelId="{BBA1DF1F-022D-4FA9-BA0C-38F43CE30D6D}" type="pres">
      <dgm:prSet presAssocID="{1A5FA32F-A4CB-4AA5-A049-0B47EA3812F1}" presName="node" presStyleLbl="node1" presStyleIdx="4" presStyleCnt="5">
        <dgm:presLayoutVars>
          <dgm:bulletEnabled val="1"/>
        </dgm:presLayoutVars>
      </dgm:prSet>
      <dgm:spPr/>
    </dgm:pt>
  </dgm:ptLst>
  <dgm:cxnLst>
    <dgm:cxn modelId="{7FC1A619-26AA-4CF9-8199-37BA914EF18B}" type="presOf" srcId="{146A47B9-F455-4C48-BA28-6C25512FEB70}" destId="{65EE25D2-0933-4067-BF7E-D523D0EFAAA4}" srcOrd="0" destOrd="0" presId="urn:microsoft.com/office/officeart/2005/8/layout/process2"/>
    <dgm:cxn modelId="{7B90451D-62DE-4F91-857F-FD36AE4E986F}" type="presOf" srcId="{DE287154-73FE-4D3F-8F64-A9C7862D357F}" destId="{C2451EC8-9CD0-4459-B318-1AB6F644A116}" srcOrd="0" destOrd="0" presId="urn:microsoft.com/office/officeart/2005/8/layout/process2"/>
    <dgm:cxn modelId="{CF17D72D-0C2C-4064-B251-650C1E65C055}" type="presOf" srcId="{1A5FA32F-A4CB-4AA5-A049-0B47EA3812F1}" destId="{BBA1DF1F-022D-4FA9-BA0C-38F43CE30D6D}" srcOrd="0" destOrd="0" presId="urn:microsoft.com/office/officeart/2005/8/layout/process2"/>
    <dgm:cxn modelId="{79A1DA3A-2559-43B3-9E62-02C3A54AC7ED}" srcId="{F30FBFD4-F57B-498D-BF41-F0EF07405321}" destId="{27E83A87-21AF-4532-9D09-F5C94B262C52}" srcOrd="1" destOrd="0" parTransId="{DB751C17-2CB8-41D5-9ABB-DD10EAC926F8}" sibTransId="{9733A3DD-7B95-41F1-BC24-CB6DBD479379}"/>
    <dgm:cxn modelId="{469F7144-80D7-4812-837A-632C5B2C598A}" type="presOf" srcId="{146A47B9-F455-4C48-BA28-6C25512FEB70}" destId="{604A747D-14D0-46D5-8B23-5F2194FD4919}" srcOrd="1" destOrd="0" presId="urn:microsoft.com/office/officeart/2005/8/layout/process2"/>
    <dgm:cxn modelId="{8BD9A16C-4A2B-41F0-BB71-39DB4E4CD633}" type="presOf" srcId="{79DF1B8D-4EA3-49B6-908F-28310BF4706E}" destId="{C2D75E4B-6D66-40C3-8DFB-1DD1AA33B03C}" srcOrd="0" destOrd="0" presId="urn:microsoft.com/office/officeart/2005/8/layout/process2"/>
    <dgm:cxn modelId="{2F88C26E-75E7-43E0-B802-6FADFC4D0FC8}" type="presOf" srcId="{98AF76C3-B756-4D0D-852A-84F6A3ECA2D1}" destId="{3D02813A-4477-4B26-BBE9-80E3A415B5AE}" srcOrd="1" destOrd="0" presId="urn:microsoft.com/office/officeart/2005/8/layout/process2"/>
    <dgm:cxn modelId="{BD1C427E-E8B1-4D51-9986-0A42162B36A2}" type="presOf" srcId="{EC8D7805-083B-4F79-B77E-06B8188C36A5}" destId="{1EBFFBB7-5AC8-4BFF-8DA9-28C4D3FD5E84}" srcOrd="1" destOrd="0" presId="urn:microsoft.com/office/officeart/2005/8/layout/process2"/>
    <dgm:cxn modelId="{6AB4BB86-7DBD-442A-B780-66135D3A55B5}" type="presOf" srcId="{9733A3DD-7B95-41F1-BC24-CB6DBD479379}" destId="{3E7D2BFB-C36E-49B9-A0DA-226AEDD6447A}" srcOrd="0" destOrd="0" presId="urn:microsoft.com/office/officeart/2005/8/layout/process2"/>
    <dgm:cxn modelId="{ECB8218F-2557-45EF-917C-7151FC1674F6}" srcId="{F30FBFD4-F57B-498D-BF41-F0EF07405321}" destId="{DE287154-73FE-4D3F-8F64-A9C7862D357F}" srcOrd="3" destOrd="0" parTransId="{B674819C-3E0B-43A9-9565-B58BC0F467C4}" sibTransId="{EC8D7805-083B-4F79-B77E-06B8188C36A5}"/>
    <dgm:cxn modelId="{EEBE5391-B7E5-4E4D-BC44-5551CF1BA0D4}" type="presOf" srcId="{B9E147BD-75B1-4E9B-A1AE-FC8D6E70E249}" destId="{9784B86F-CDAA-4313-A823-0771BE5B5776}" srcOrd="0" destOrd="0" presId="urn:microsoft.com/office/officeart/2005/8/layout/process2"/>
    <dgm:cxn modelId="{5DA28399-F8A6-49BB-B20C-D565653E39B9}" type="presOf" srcId="{27E83A87-21AF-4532-9D09-F5C94B262C52}" destId="{6F19AFDB-3D2A-4AD2-8D32-2949FB9AE48D}" srcOrd="0" destOrd="0" presId="urn:microsoft.com/office/officeart/2005/8/layout/process2"/>
    <dgm:cxn modelId="{BD12B2B6-0081-40FA-A1B0-BCAE74703F8A}" srcId="{F30FBFD4-F57B-498D-BF41-F0EF07405321}" destId="{B9E147BD-75B1-4E9B-A1AE-FC8D6E70E249}" srcOrd="0" destOrd="0" parTransId="{DEF92032-3B06-4212-94F7-17720171B078}" sibTransId="{146A47B9-F455-4C48-BA28-6C25512FEB70}"/>
    <dgm:cxn modelId="{94B77ED4-C7F4-4981-A7F3-127DE29E9326}" type="presOf" srcId="{98AF76C3-B756-4D0D-852A-84F6A3ECA2D1}" destId="{8139F5C8-6BB8-422F-81E7-118ACB3E4115}" srcOrd="0" destOrd="0" presId="urn:microsoft.com/office/officeart/2005/8/layout/process2"/>
    <dgm:cxn modelId="{252663D5-B06A-43C0-8028-EA1694079558}" type="presOf" srcId="{F30FBFD4-F57B-498D-BF41-F0EF07405321}" destId="{FFB70D2D-9C05-410E-A062-27202DD797BA}" srcOrd="0" destOrd="0" presId="urn:microsoft.com/office/officeart/2005/8/layout/process2"/>
    <dgm:cxn modelId="{8E3C1AE4-7918-42F8-B76C-F55217D90158}" srcId="{F30FBFD4-F57B-498D-BF41-F0EF07405321}" destId="{79DF1B8D-4EA3-49B6-908F-28310BF4706E}" srcOrd="2" destOrd="0" parTransId="{CF48D0B8-18E7-40AC-BB82-6F8D3635E7B9}" sibTransId="{98AF76C3-B756-4D0D-852A-84F6A3ECA2D1}"/>
    <dgm:cxn modelId="{C3BC2DEC-23C5-4D95-863B-EE132CBB4675}" type="presOf" srcId="{EC8D7805-083B-4F79-B77E-06B8188C36A5}" destId="{C1C51D1D-F22D-48BD-A6F5-2592DFB00A86}" srcOrd="0" destOrd="0" presId="urn:microsoft.com/office/officeart/2005/8/layout/process2"/>
    <dgm:cxn modelId="{B6DFB0F0-B67F-48CD-8576-9C7F6DF4BDCE}" srcId="{F30FBFD4-F57B-498D-BF41-F0EF07405321}" destId="{1A5FA32F-A4CB-4AA5-A049-0B47EA3812F1}" srcOrd="4" destOrd="0" parTransId="{90C370DB-6B4E-46D7-ACCD-4086F2B2C17F}" sibTransId="{7A1244D3-927C-440C-94DF-80B606F6A40B}"/>
    <dgm:cxn modelId="{D2EA87F1-2D6C-4A2D-9B23-78F2D42FF19F}" type="presOf" srcId="{9733A3DD-7B95-41F1-BC24-CB6DBD479379}" destId="{84FC1520-DFEE-4159-8935-9648451F523E}" srcOrd="1" destOrd="0" presId="urn:microsoft.com/office/officeart/2005/8/layout/process2"/>
    <dgm:cxn modelId="{28C61B38-793D-4A6A-94A0-83863F51E9C9}" type="presParOf" srcId="{FFB70D2D-9C05-410E-A062-27202DD797BA}" destId="{9784B86F-CDAA-4313-A823-0771BE5B5776}" srcOrd="0" destOrd="0" presId="urn:microsoft.com/office/officeart/2005/8/layout/process2"/>
    <dgm:cxn modelId="{B85D2B2B-43F5-4206-BBE1-803B2E4DF923}" type="presParOf" srcId="{FFB70D2D-9C05-410E-A062-27202DD797BA}" destId="{65EE25D2-0933-4067-BF7E-D523D0EFAAA4}" srcOrd="1" destOrd="0" presId="urn:microsoft.com/office/officeart/2005/8/layout/process2"/>
    <dgm:cxn modelId="{2A994B8A-8B40-4FC2-881A-C9A65727A98E}" type="presParOf" srcId="{65EE25D2-0933-4067-BF7E-D523D0EFAAA4}" destId="{604A747D-14D0-46D5-8B23-5F2194FD4919}" srcOrd="0" destOrd="0" presId="urn:microsoft.com/office/officeart/2005/8/layout/process2"/>
    <dgm:cxn modelId="{33DA7F47-EBEC-42E9-B70B-52BF2DB3243B}" type="presParOf" srcId="{FFB70D2D-9C05-410E-A062-27202DD797BA}" destId="{6F19AFDB-3D2A-4AD2-8D32-2949FB9AE48D}" srcOrd="2" destOrd="0" presId="urn:microsoft.com/office/officeart/2005/8/layout/process2"/>
    <dgm:cxn modelId="{77ABBA77-1159-48B5-B994-E577BA85A513}" type="presParOf" srcId="{FFB70D2D-9C05-410E-A062-27202DD797BA}" destId="{3E7D2BFB-C36E-49B9-A0DA-226AEDD6447A}" srcOrd="3" destOrd="0" presId="urn:microsoft.com/office/officeart/2005/8/layout/process2"/>
    <dgm:cxn modelId="{19FC3DAF-4E5C-4D98-9794-C752D2A2B0C0}" type="presParOf" srcId="{3E7D2BFB-C36E-49B9-A0DA-226AEDD6447A}" destId="{84FC1520-DFEE-4159-8935-9648451F523E}" srcOrd="0" destOrd="0" presId="urn:microsoft.com/office/officeart/2005/8/layout/process2"/>
    <dgm:cxn modelId="{442F40E3-7753-4A83-8190-79E2C7AD8B3F}" type="presParOf" srcId="{FFB70D2D-9C05-410E-A062-27202DD797BA}" destId="{C2D75E4B-6D66-40C3-8DFB-1DD1AA33B03C}" srcOrd="4" destOrd="0" presId="urn:microsoft.com/office/officeart/2005/8/layout/process2"/>
    <dgm:cxn modelId="{9B6FF604-617A-4E5B-88F7-675969F0BCFD}" type="presParOf" srcId="{FFB70D2D-9C05-410E-A062-27202DD797BA}" destId="{8139F5C8-6BB8-422F-81E7-118ACB3E4115}" srcOrd="5" destOrd="0" presId="urn:microsoft.com/office/officeart/2005/8/layout/process2"/>
    <dgm:cxn modelId="{40BFF91C-AFB3-45E5-A2D8-86579AE8DAD7}" type="presParOf" srcId="{8139F5C8-6BB8-422F-81E7-118ACB3E4115}" destId="{3D02813A-4477-4B26-BBE9-80E3A415B5AE}" srcOrd="0" destOrd="0" presId="urn:microsoft.com/office/officeart/2005/8/layout/process2"/>
    <dgm:cxn modelId="{49A39422-5B23-443D-9EC8-B42B547EF05E}" type="presParOf" srcId="{FFB70D2D-9C05-410E-A062-27202DD797BA}" destId="{C2451EC8-9CD0-4459-B318-1AB6F644A116}" srcOrd="6" destOrd="0" presId="urn:microsoft.com/office/officeart/2005/8/layout/process2"/>
    <dgm:cxn modelId="{5935D613-DAB8-43D9-B0C6-B78E40F91439}" type="presParOf" srcId="{FFB70D2D-9C05-410E-A062-27202DD797BA}" destId="{C1C51D1D-F22D-48BD-A6F5-2592DFB00A86}" srcOrd="7" destOrd="0" presId="urn:microsoft.com/office/officeart/2005/8/layout/process2"/>
    <dgm:cxn modelId="{16C4697E-740B-4085-AB00-7E7CDA4A5E96}" type="presParOf" srcId="{C1C51D1D-F22D-48BD-A6F5-2592DFB00A86}" destId="{1EBFFBB7-5AC8-4BFF-8DA9-28C4D3FD5E84}" srcOrd="0" destOrd="0" presId="urn:microsoft.com/office/officeart/2005/8/layout/process2"/>
    <dgm:cxn modelId="{93C772C5-755E-4C1F-861B-91FDB135AE63}" type="presParOf" srcId="{FFB70D2D-9C05-410E-A062-27202DD797BA}" destId="{BBA1DF1F-022D-4FA9-BA0C-38F43CE30D6D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533156-0B79-4663-A0DD-677C15F40FD8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</dgm:pt>
    <dgm:pt modelId="{9E1C928B-ACE5-4E3C-AA36-D17BD1AD417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Collect Data </a:t>
          </a:r>
          <a:endParaRPr lang="en-US"/>
        </a:p>
      </dgm:t>
    </dgm:pt>
    <dgm:pt modelId="{AC222BDA-AD33-4FF9-BDA4-59F7EFA72FBD}" type="parTrans" cxnId="{F88B47FC-DAAB-4E49-8A84-858C674322A6}">
      <dgm:prSet/>
      <dgm:spPr/>
    </dgm:pt>
    <dgm:pt modelId="{83C79D36-87EF-477B-A6E0-F956B19FB95B}" type="sibTrans" cxnId="{F88B47FC-DAAB-4E49-8A84-858C674322A6}">
      <dgm:prSet/>
      <dgm:spPr/>
      <dgm:t>
        <a:bodyPr/>
        <a:lstStyle/>
        <a:p>
          <a:endParaRPr lang="en-US"/>
        </a:p>
      </dgm:t>
    </dgm:pt>
    <dgm:pt modelId="{29A49175-BAD8-48BF-ABE0-5BAEDC85BBA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Select Features and Labels</a:t>
          </a:r>
          <a:endParaRPr lang="en-US"/>
        </a:p>
      </dgm:t>
    </dgm:pt>
    <dgm:pt modelId="{3CBE1D51-25E0-47F3-883F-9B509C805991}" type="parTrans" cxnId="{A95B17BA-FA1B-408A-B0C0-05C7526C0E7B}">
      <dgm:prSet/>
      <dgm:spPr/>
    </dgm:pt>
    <dgm:pt modelId="{AF0967CA-3096-40BE-9609-19F9C8D44ADD}" type="sibTrans" cxnId="{A95B17BA-FA1B-408A-B0C0-05C7526C0E7B}">
      <dgm:prSet/>
      <dgm:spPr/>
      <dgm:t>
        <a:bodyPr/>
        <a:lstStyle/>
        <a:p>
          <a:endParaRPr lang="en-US"/>
        </a:p>
      </dgm:t>
    </dgm:pt>
    <dgm:pt modelId="{667D4296-4DB4-41FB-A94C-C8C463BD026B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Split Training/Testing Data</a:t>
          </a:r>
          <a:endParaRPr lang="en-US"/>
        </a:p>
      </dgm:t>
    </dgm:pt>
    <dgm:pt modelId="{A6CF1A55-C39F-4AF0-95D6-538C800D6C31}" type="parTrans" cxnId="{7D5D8646-DD13-436F-B275-BD2DD77BE8B8}">
      <dgm:prSet/>
      <dgm:spPr/>
    </dgm:pt>
    <dgm:pt modelId="{5098D18A-ADE7-4351-B2B5-EE29EE7EF0CE}" type="sibTrans" cxnId="{7D5D8646-DD13-436F-B275-BD2DD77BE8B8}">
      <dgm:prSet/>
      <dgm:spPr/>
      <dgm:t>
        <a:bodyPr/>
        <a:lstStyle/>
        <a:p>
          <a:endParaRPr lang="en-US"/>
        </a:p>
      </dgm:t>
    </dgm:pt>
    <dgm:pt modelId="{734F4731-1B2F-4D72-8420-51F99A1FC70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Choose Model Type</a:t>
          </a:r>
        </a:p>
      </dgm:t>
    </dgm:pt>
    <dgm:pt modelId="{D1E5200D-2F04-4C47-91F6-59BA214FC1E0}" type="parTrans" cxnId="{F186B0E0-CFF6-45A9-998C-D670A9097DF9}">
      <dgm:prSet/>
      <dgm:spPr/>
    </dgm:pt>
    <dgm:pt modelId="{8E316319-2FC9-4B98-9233-6F70A3962359}" type="sibTrans" cxnId="{F186B0E0-CFF6-45A9-998C-D670A9097DF9}">
      <dgm:prSet/>
      <dgm:spPr/>
      <dgm:t>
        <a:bodyPr/>
        <a:lstStyle/>
        <a:p>
          <a:endParaRPr lang="en-US"/>
        </a:p>
      </dgm:t>
    </dgm:pt>
    <dgm:pt modelId="{CB5765B2-6056-4607-AF94-4F7410029026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Train the Model</a:t>
          </a:r>
        </a:p>
      </dgm:t>
    </dgm:pt>
    <dgm:pt modelId="{DD7627E1-DF00-47AC-96FC-06088E7A9FBE}" type="parTrans" cxnId="{778C1014-E9CA-4695-8A7E-53613D6BF6D2}">
      <dgm:prSet/>
      <dgm:spPr/>
    </dgm:pt>
    <dgm:pt modelId="{4EE25B8E-12DA-4B62-8825-7416449D6FA6}" type="sibTrans" cxnId="{778C1014-E9CA-4695-8A7E-53613D6BF6D2}">
      <dgm:prSet/>
      <dgm:spPr/>
      <dgm:t>
        <a:bodyPr/>
        <a:lstStyle/>
        <a:p>
          <a:endParaRPr lang="en-US"/>
        </a:p>
      </dgm:t>
    </dgm:pt>
    <dgm:pt modelId="{3E5FF20D-6001-4771-A13A-6063681A158C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Make Prediction</a:t>
          </a:r>
        </a:p>
      </dgm:t>
    </dgm:pt>
    <dgm:pt modelId="{1A551FC4-4207-4DD1-8DC5-92C101E9C310}" type="parTrans" cxnId="{BE0DCEFC-68F1-4951-A4B4-5C54436B8368}">
      <dgm:prSet/>
      <dgm:spPr/>
    </dgm:pt>
    <dgm:pt modelId="{29C34837-AE96-4EF8-B952-0231306E8B28}" type="sibTrans" cxnId="{BE0DCEFC-68F1-4951-A4B4-5C54436B8368}">
      <dgm:prSet/>
      <dgm:spPr/>
      <dgm:t>
        <a:bodyPr/>
        <a:lstStyle/>
        <a:p>
          <a:endParaRPr lang="en-US"/>
        </a:p>
      </dgm:t>
    </dgm:pt>
    <dgm:pt modelId="{A9222C6B-08CF-4ADF-A435-AD0DC4AF1FB4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Evaluate Results</a:t>
          </a:r>
        </a:p>
      </dgm:t>
    </dgm:pt>
    <dgm:pt modelId="{EB322959-154F-4136-BB89-63DDD92C700C}" type="parTrans" cxnId="{D46F6F87-227D-47BB-BD22-5874C3E57AB5}">
      <dgm:prSet/>
      <dgm:spPr/>
    </dgm:pt>
    <dgm:pt modelId="{9E639387-4737-44F3-A364-A44007412BAE}" type="sibTrans" cxnId="{D46F6F87-227D-47BB-BD22-5874C3E57AB5}">
      <dgm:prSet/>
      <dgm:spPr/>
      <dgm:t>
        <a:bodyPr/>
        <a:lstStyle/>
        <a:p>
          <a:endParaRPr lang="en-US"/>
        </a:p>
      </dgm:t>
    </dgm:pt>
    <dgm:pt modelId="{969DFE8D-0C45-4E79-B33B-207DF10461FC}" type="pres">
      <dgm:prSet presAssocID="{13533156-0B79-4663-A0DD-677C15F40FD8}" presName="Name0" presStyleCnt="0">
        <dgm:presLayoutVars>
          <dgm:dir/>
          <dgm:resizeHandles val="exact"/>
        </dgm:presLayoutVars>
      </dgm:prSet>
      <dgm:spPr/>
    </dgm:pt>
    <dgm:pt modelId="{D38BDEE8-7EAA-408A-B754-E4F58186496B}" type="pres">
      <dgm:prSet presAssocID="{13533156-0B79-4663-A0DD-677C15F40FD8}" presName="cycle" presStyleCnt="0"/>
      <dgm:spPr/>
    </dgm:pt>
    <dgm:pt modelId="{70C9EF3C-FFC3-4EA6-8AC3-B33EBED83103}" type="pres">
      <dgm:prSet presAssocID="{9E1C928B-ACE5-4E3C-AA36-D17BD1AD417B}" presName="nodeFirstNode" presStyleLbl="node1" presStyleIdx="0" presStyleCnt="7">
        <dgm:presLayoutVars>
          <dgm:bulletEnabled val="1"/>
        </dgm:presLayoutVars>
      </dgm:prSet>
      <dgm:spPr/>
    </dgm:pt>
    <dgm:pt modelId="{E062E595-D416-433A-A680-FF4801F48B5E}" type="pres">
      <dgm:prSet presAssocID="{83C79D36-87EF-477B-A6E0-F956B19FB95B}" presName="sibTransFirstNode" presStyleLbl="bgShp" presStyleIdx="0" presStyleCnt="1"/>
      <dgm:spPr/>
    </dgm:pt>
    <dgm:pt modelId="{7A7CA426-8BB1-4200-9BBF-2C5BAEDCBDD8}" type="pres">
      <dgm:prSet presAssocID="{29A49175-BAD8-48BF-ABE0-5BAEDC85BBAB}" presName="nodeFollowingNodes" presStyleLbl="node1" presStyleIdx="1" presStyleCnt="7">
        <dgm:presLayoutVars>
          <dgm:bulletEnabled val="1"/>
        </dgm:presLayoutVars>
      </dgm:prSet>
      <dgm:spPr/>
    </dgm:pt>
    <dgm:pt modelId="{2F65B56B-A3CC-4C8D-BD30-213B4674462D}" type="pres">
      <dgm:prSet presAssocID="{667D4296-4DB4-41FB-A94C-C8C463BD026B}" presName="nodeFollowingNodes" presStyleLbl="node1" presStyleIdx="2" presStyleCnt="7">
        <dgm:presLayoutVars>
          <dgm:bulletEnabled val="1"/>
        </dgm:presLayoutVars>
      </dgm:prSet>
      <dgm:spPr/>
    </dgm:pt>
    <dgm:pt modelId="{AA92438F-3F53-4B2A-8BC6-950445463085}" type="pres">
      <dgm:prSet presAssocID="{734F4731-1B2F-4D72-8420-51F99A1FC707}" presName="nodeFollowingNodes" presStyleLbl="node1" presStyleIdx="3" presStyleCnt="7">
        <dgm:presLayoutVars>
          <dgm:bulletEnabled val="1"/>
        </dgm:presLayoutVars>
      </dgm:prSet>
      <dgm:spPr/>
    </dgm:pt>
    <dgm:pt modelId="{40B7866B-3B2E-401C-8D63-15FC4906166F}" type="pres">
      <dgm:prSet presAssocID="{CB5765B2-6056-4607-AF94-4F7410029026}" presName="nodeFollowingNodes" presStyleLbl="node1" presStyleIdx="4" presStyleCnt="7">
        <dgm:presLayoutVars>
          <dgm:bulletEnabled val="1"/>
        </dgm:presLayoutVars>
      </dgm:prSet>
      <dgm:spPr/>
    </dgm:pt>
    <dgm:pt modelId="{6251E850-6A96-4222-94E0-598EF11BD7B8}" type="pres">
      <dgm:prSet presAssocID="{3E5FF20D-6001-4771-A13A-6063681A158C}" presName="nodeFollowingNodes" presStyleLbl="node1" presStyleIdx="5" presStyleCnt="7">
        <dgm:presLayoutVars>
          <dgm:bulletEnabled val="1"/>
        </dgm:presLayoutVars>
      </dgm:prSet>
      <dgm:spPr/>
    </dgm:pt>
    <dgm:pt modelId="{D12BFB34-3FB5-4351-8C13-F0DA37C7701B}" type="pres">
      <dgm:prSet presAssocID="{A9222C6B-08CF-4ADF-A435-AD0DC4AF1FB4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8A064209-1C0D-4D40-B493-F5FC8ACA6064}" type="presOf" srcId="{13533156-0B79-4663-A0DD-677C15F40FD8}" destId="{969DFE8D-0C45-4E79-B33B-207DF10461FC}" srcOrd="0" destOrd="0" presId="urn:microsoft.com/office/officeart/2005/8/layout/cycle3"/>
    <dgm:cxn modelId="{778C1014-E9CA-4695-8A7E-53613D6BF6D2}" srcId="{13533156-0B79-4663-A0DD-677C15F40FD8}" destId="{CB5765B2-6056-4607-AF94-4F7410029026}" srcOrd="4" destOrd="0" parTransId="{DD7627E1-DF00-47AC-96FC-06088E7A9FBE}" sibTransId="{4EE25B8E-12DA-4B62-8825-7416449D6FA6}"/>
    <dgm:cxn modelId="{7D5D8646-DD13-436F-B275-BD2DD77BE8B8}" srcId="{13533156-0B79-4663-A0DD-677C15F40FD8}" destId="{667D4296-4DB4-41FB-A94C-C8C463BD026B}" srcOrd="2" destOrd="0" parTransId="{A6CF1A55-C39F-4AF0-95D6-538C800D6C31}" sibTransId="{5098D18A-ADE7-4351-B2B5-EE29EE7EF0CE}"/>
    <dgm:cxn modelId="{DAB9D377-30EE-40A1-96E4-8D095AECD7EE}" type="presOf" srcId="{734F4731-1B2F-4D72-8420-51F99A1FC707}" destId="{AA92438F-3F53-4B2A-8BC6-950445463085}" srcOrd="0" destOrd="0" presId="urn:microsoft.com/office/officeart/2005/8/layout/cycle3"/>
    <dgm:cxn modelId="{50C06A7B-20CB-4E48-8A59-D15F95CA1279}" type="presOf" srcId="{3E5FF20D-6001-4771-A13A-6063681A158C}" destId="{6251E850-6A96-4222-94E0-598EF11BD7B8}" srcOrd="0" destOrd="0" presId="urn:microsoft.com/office/officeart/2005/8/layout/cycle3"/>
    <dgm:cxn modelId="{D46F6F87-227D-47BB-BD22-5874C3E57AB5}" srcId="{13533156-0B79-4663-A0DD-677C15F40FD8}" destId="{A9222C6B-08CF-4ADF-A435-AD0DC4AF1FB4}" srcOrd="6" destOrd="0" parTransId="{EB322959-154F-4136-BB89-63DDD92C700C}" sibTransId="{9E639387-4737-44F3-A364-A44007412BAE}"/>
    <dgm:cxn modelId="{604FC48F-9AAD-4712-92F9-EDC0BDF69B69}" type="presOf" srcId="{A9222C6B-08CF-4ADF-A435-AD0DC4AF1FB4}" destId="{D12BFB34-3FB5-4351-8C13-F0DA37C7701B}" srcOrd="0" destOrd="0" presId="urn:microsoft.com/office/officeart/2005/8/layout/cycle3"/>
    <dgm:cxn modelId="{7056D78F-9B2C-469C-AD6A-54299B53C745}" type="presOf" srcId="{29A49175-BAD8-48BF-ABE0-5BAEDC85BBAB}" destId="{7A7CA426-8BB1-4200-9BBF-2C5BAEDCBDD8}" srcOrd="0" destOrd="0" presId="urn:microsoft.com/office/officeart/2005/8/layout/cycle3"/>
    <dgm:cxn modelId="{76F7D3A4-0BEF-4C19-A2A4-AE656337EDCA}" type="presOf" srcId="{CB5765B2-6056-4607-AF94-4F7410029026}" destId="{40B7866B-3B2E-401C-8D63-15FC4906166F}" srcOrd="0" destOrd="0" presId="urn:microsoft.com/office/officeart/2005/8/layout/cycle3"/>
    <dgm:cxn modelId="{A95B17BA-FA1B-408A-B0C0-05C7526C0E7B}" srcId="{13533156-0B79-4663-A0DD-677C15F40FD8}" destId="{29A49175-BAD8-48BF-ABE0-5BAEDC85BBAB}" srcOrd="1" destOrd="0" parTransId="{3CBE1D51-25E0-47F3-883F-9B509C805991}" sibTransId="{AF0967CA-3096-40BE-9609-19F9C8D44ADD}"/>
    <dgm:cxn modelId="{A898CDDB-BCD1-4471-904E-252AB0ED9D9D}" type="presOf" srcId="{83C79D36-87EF-477B-A6E0-F956B19FB95B}" destId="{E062E595-D416-433A-A680-FF4801F48B5E}" srcOrd="0" destOrd="0" presId="urn:microsoft.com/office/officeart/2005/8/layout/cycle3"/>
    <dgm:cxn modelId="{F186B0E0-CFF6-45A9-998C-D670A9097DF9}" srcId="{13533156-0B79-4663-A0DD-677C15F40FD8}" destId="{734F4731-1B2F-4D72-8420-51F99A1FC707}" srcOrd="3" destOrd="0" parTransId="{D1E5200D-2F04-4C47-91F6-59BA214FC1E0}" sibTransId="{8E316319-2FC9-4B98-9233-6F70A3962359}"/>
    <dgm:cxn modelId="{F458D7EA-0BE9-4AC1-83CA-B4E8BE2FC03B}" type="presOf" srcId="{667D4296-4DB4-41FB-A94C-C8C463BD026B}" destId="{2F65B56B-A3CC-4C8D-BD30-213B4674462D}" srcOrd="0" destOrd="0" presId="urn:microsoft.com/office/officeart/2005/8/layout/cycle3"/>
    <dgm:cxn modelId="{55EC03ED-4AA2-4C48-AD1E-BBC81B0027B3}" type="presOf" srcId="{9E1C928B-ACE5-4E3C-AA36-D17BD1AD417B}" destId="{70C9EF3C-FFC3-4EA6-8AC3-B33EBED83103}" srcOrd="0" destOrd="0" presId="urn:microsoft.com/office/officeart/2005/8/layout/cycle3"/>
    <dgm:cxn modelId="{F88B47FC-DAAB-4E49-8A84-858C674322A6}" srcId="{13533156-0B79-4663-A0DD-677C15F40FD8}" destId="{9E1C928B-ACE5-4E3C-AA36-D17BD1AD417B}" srcOrd="0" destOrd="0" parTransId="{AC222BDA-AD33-4FF9-BDA4-59F7EFA72FBD}" sibTransId="{83C79D36-87EF-477B-A6E0-F956B19FB95B}"/>
    <dgm:cxn modelId="{BE0DCEFC-68F1-4951-A4B4-5C54436B8368}" srcId="{13533156-0B79-4663-A0DD-677C15F40FD8}" destId="{3E5FF20D-6001-4771-A13A-6063681A158C}" srcOrd="5" destOrd="0" parTransId="{1A551FC4-4207-4DD1-8DC5-92C101E9C310}" sibTransId="{29C34837-AE96-4EF8-B952-0231306E8B28}"/>
    <dgm:cxn modelId="{799790A6-AAC5-42A0-81E2-115872F78FF7}" type="presParOf" srcId="{969DFE8D-0C45-4E79-B33B-207DF10461FC}" destId="{D38BDEE8-7EAA-408A-B754-E4F58186496B}" srcOrd="0" destOrd="0" presId="urn:microsoft.com/office/officeart/2005/8/layout/cycle3"/>
    <dgm:cxn modelId="{5AE2C1F8-AD70-43CD-8B20-453D602F3856}" type="presParOf" srcId="{D38BDEE8-7EAA-408A-B754-E4F58186496B}" destId="{70C9EF3C-FFC3-4EA6-8AC3-B33EBED83103}" srcOrd="0" destOrd="0" presId="urn:microsoft.com/office/officeart/2005/8/layout/cycle3"/>
    <dgm:cxn modelId="{DBBCBFB4-3298-4C39-A9B6-45DA57A8255E}" type="presParOf" srcId="{D38BDEE8-7EAA-408A-B754-E4F58186496B}" destId="{E062E595-D416-433A-A680-FF4801F48B5E}" srcOrd="1" destOrd="0" presId="urn:microsoft.com/office/officeart/2005/8/layout/cycle3"/>
    <dgm:cxn modelId="{573CA703-813C-44F9-88BB-01905618565B}" type="presParOf" srcId="{D38BDEE8-7EAA-408A-B754-E4F58186496B}" destId="{7A7CA426-8BB1-4200-9BBF-2C5BAEDCBDD8}" srcOrd="2" destOrd="0" presId="urn:microsoft.com/office/officeart/2005/8/layout/cycle3"/>
    <dgm:cxn modelId="{1614775B-A6F0-4F20-9EEF-1E0AD48477A6}" type="presParOf" srcId="{D38BDEE8-7EAA-408A-B754-E4F58186496B}" destId="{2F65B56B-A3CC-4C8D-BD30-213B4674462D}" srcOrd="3" destOrd="0" presId="urn:microsoft.com/office/officeart/2005/8/layout/cycle3"/>
    <dgm:cxn modelId="{D9D5C9A0-AC70-4B32-AEF4-3BE2AF4585CF}" type="presParOf" srcId="{D38BDEE8-7EAA-408A-B754-E4F58186496B}" destId="{AA92438F-3F53-4B2A-8BC6-950445463085}" srcOrd="4" destOrd="0" presId="urn:microsoft.com/office/officeart/2005/8/layout/cycle3"/>
    <dgm:cxn modelId="{B8ED2656-7A5C-49F5-8E09-341A2405528A}" type="presParOf" srcId="{D38BDEE8-7EAA-408A-B754-E4F58186496B}" destId="{40B7866B-3B2E-401C-8D63-15FC4906166F}" srcOrd="5" destOrd="0" presId="urn:microsoft.com/office/officeart/2005/8/layout/cycle3"/>
    <dgm:cxn modelId="{CFCB0EAB-123E-42CC-B596-8522227CE1F3}" type="presParOf" srcId="{D38BDEE8-7EAA-408A-B754-E4F58186496B}" destId="{6251E850-6A96-4222-94E0-598EF11BD7B8}" srcOrd="6" destOrd="0" presId="urn:microsoft.com/office/officeart/2005/8/layout/cycle3"/>
    <dgm:cxn modelId="{C1109A70-2432-4A77-868F-886B1D5487A0}" type="presParOf" srcId="{D38BDEE8-7EAA-408A-B754-E4F58186496B}" destId="{D12BFB34-3FB5-4351-8C13-F0DA37C7701B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ED756-DDFF-4DE0-B179-E9B353931361}">
      <dsp:nvSpPr>
        <dsp:cNvPr id="0" name=""/>
        <dsp:cNvSpPr/>
      </dsp:nvSpPr>
      <dsp:spPr>
        <a:xfrm>
          <a:off x="4705209" y="0"/>
          <a:ext cx="2152931" cy="119607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 Display" panose="02110004020202020204"/>
            </a:rPr>
            <a:t>Artificial Intelligence</a:t>
          </a:r>
          <a:endParaRPr lang="en-US" sz="3100" kern="1200"/>
        </a:p>
      </dsp:txBody>
      <dsp:txXfrm>
        <a:off x="4740241" y="35032"/>
        <a:ext cx="2082867" cy="1126009"/>
      </dsp:txXfrm>
    </dsp:sp>
    <dsp:sp modelId="{8DC29F8F-CFD1-464F-B1EB-5C02D4F8E156}">
      <dsp:nvSpPr>
        <dsp:cNvPr id="0" name=""/>
        <dsp:cNvSpPr/>
      </dsp:nvSpPr>
      <dsp:spPr>
        <a:xfrm rot="5400000">
          <a:off x="5557411" y="1225974"/>
          <a:ext cx="448527" cy="538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5620205" y="1270826"/>
        <a:ext cx="322940" cy="313969"/>
      </dsp:txXfrm>
    </dsp:sp>
    <dsp:sp modelId="{F8A629A7-AFC4-403A-94E8-4C1099189FAB}">
      <dsp:nvSpPr>
        <dsp:cNvPr id="0" name=""/>
        <dsp:cNvSpPr/>
      </dsp:nvSpPr>
      <dsp:spPr>
        <a:xfrm>
          <a:off x="4705209" y="1794109"/>
          <a:ext cx="2152931" cy="119607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 Display" panose="02110004020202020204"/>
            </a:rPr>
            <a:t>Machine Learning</a:t>
          </a:r>
          <a:endParaRPr lang="en-US" sz="3100" kern="1200"/>
        </a:p>
      </dsp:txBody>
      <dsp:txXfrm>
        <a:off x="4740241" y="1829141"/>
        <a:ext cx="2082867" cy="1126009"/>
      </dsp:txXfrm>
    </dsp:sp>
    <dsp:sp modelId="{EDB17701-BB91-4ECA-BF17-A9884EA026D1}">
      <dsp:nvSpPr>
        <dsp:cNvPr id="0" name=""/>
        <dsp:cNvSpPr/>
      </dsp:nvSpPr>
      <dsp:spPr>
        <a:xfrm rot="5400000">
          <a:off x="5557411" y="3020084"/>
          <a:ext cx="448527" cy="538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599282"/>
            <a:satOff val="-58201"/>
            <a:lumOff val="490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5620205" y="3064936"/>
        <a:ext cx="322940" cy="313969"/>
      </dsp:txXfrm>
    </dsp:sp>
    <dsp:sp modelId="{2A1D27E6-07ED-483A-8A46-47036C8B27DC}">
      <dsp:nvSpPr>
        <dsp:cNvPr id="0" name=""/>
        <dsp:cNvSpPr/>
      </dsp:nvSpPr>
      <dsp:spPr>
        <a:xfrm>
          <a:off x="4705209" y="3588219"/>
          <a:ext cx="2152931" cy="119607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Aptos Display" panose="02110004020202020204"/>
            </a:rPr>
            <a:t>Deep Learning</a:t>
          </a:r>
          <a:endParaRPr lang="en-US" sz="3100" kern="1200"/>
        </a:p>
      </dsp:txBody>
      <dsp:txXfrm>
        <a:off x="4740241" y="3623251"/>
        <a:ext cx="2082867" cy="1126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4B86F-CDAA-4313-A823-0771BE5B5776}">
      <dsp:nvSpPr>
        <dsp:cNvPr id="0" name=""/>
        <dsp:cNvSpPr/>
      </dsp:nvSpPr>
      <dsp:spPr>
        <a:xfrm>
          <a:off x="1684330" y="531"/>
          <a:ext cx="1812938" cy="621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Training Example</a:t>
          </a:r>
          <a:endParaRPr lang="en-US" sz="1600" kern="1200" dirty="0"/>
        </a:p>
      </dsp:txBody>
      <dsp:txXfrm>
        <a:off x="1702532" y="18733"/>
        <a:ext cx="1776534" cy="585063"/>
      </dsp:txXfrm>
    </dsp:sp>
    <dsp:sp modelId="{65EE25D2-0933-4067-BF7E-D523D0EFAAA4}">
      <dsp:nvSpPr>
        <dsp:cNvPr id="0" name=""/>
        <dsp:cNvSpPr/>
      </dsp:nvSpPr>
      <dsp:spPr>
        <a:xfrm rot="5400000">
          <a:off x="2474274" y="637535"/>
          <a:ext cx="233050" cy="279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6902" y="660840"/>
        <a:ext cx="167796" cy="163135"/>
      </dsp:txXfrm>
    </dsp:sp>
    <dsp:sp modelId="{6F19AFDB-3D2A-4AD2-8D32-2949FB9AE48D}">
      <dsp:nvSpPr>
        <dsp:cNvPr id="0" name=""/>
        <dsp:cNvSpPr/>
      </dsp:nvSpPr>
      <dsp:spPr>
        <a:xfrm>
          <a:off x="1684330" y="932733"/>
          <a:ext cx="1812938" cy="621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Model Makes a Prediction</a:t>
          </a:r>
          <a:endParaRPr lang="en-US" sz="1600" kern="1200" dirty="0"/>
        </a:p>
      </dsp:txBody>
      <dsp:txXfrm>
        <a:off x="1702532" y="950935"/>
        <a:ext cx="1776534" cy="585063"/>
      </dsp:txXfrm>
    </dsp:sp>
    <dsp:sp modelId="{3E7D2BFB-C36E-49B9-A0DA-226AEDD6447A}">
      <dsp:nvSpPr>
        <dsp:cNvPr id="0" name=""/>
        <dsp:cNvSpPr/>
      </dsp:nvSpPr>
      <dsp:spPr>
        <a:xfrm rot="5400000">
          <a:off x="2474274" y="1569737"/>
          <a:ext cx="233050" cy="279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6902" y="1593042"/>
        <a:ext cx="167796" cy="163135"/>
      </dsp:txXfrm>
    </dsp:sp>
    <dsp:sp modelId="{C2D75E4B-6D66-40C3-8DFB-1DD1AA33B03C}">
      <dsp:nvSpPr>
        <dsp:cNvPr id="0" name=""/>
        <dsp:cNvSpPr/>
      </dsp:nvSpPr>
      <dsp:spPr>
        <a:xfrm>
          <a:off x="1684330" y="1864935"/>
          <a:ext cx="1812938" cy="621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Compare Prediction to Correct Answer</a:t>
          </a:r>
          <a:endParaRPr lang="en-US" sz="1600" kern="1200" dirty="0"/>
        </a:p>
      </dsp:txBody>
      <dsp:txXfrm>
        <a:off x="1702532" y="1883137"/>
        <a:ext cx="1776534" cy="585063"/>
      </dsp:txXfrm>
    </dsp:sp>
    <dsp:sp modelId="{8139F5C8-6BB8-422F-81E7-118ACB3E4115}">
      <dsp:nvSpPr>
        <dsp:cNvPr id="0" name=""/>
        <dsp:cNvSpPr/>
      </dsp:nvSpPr>
      <dsp:spPr>
        <a:xfrm rot="5400000">
          <a:off x="2474274" y="2501939"/>
          <a:ext cx="233050" cy="279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6902" y="2525244"/>
        <a:ext cx="167796" cy="163135"/>
      </dsp:txXfrm>
    </dsp:sp>
    <dsp:sp modelId="{C2451EC8-9CD0-4459-B318-1AB6F644A116}">
      <dsp:nvSpPr>
        <dsp:cNvPr id="0" name=""/>
        <dsp:cNvSpPr/>
      </dsp:nvSpPr>
      <dsp:spPr>
        <a:xfrm>
          <a:off x="1684330" y="2797136"/>
          <a:ext cx="1812938" cy="621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Adjust the Model</a:t>
          </a:r>
        </a:p>
      </dsp:txBody>
      <dsp:txXfrm>
        <a:off x="1702532" y="2815338"/>
        <a:ext cx="1776534" cy="585063"/>
      </dsp:txXfrm>
    </dsp:sp>
    <dsp:sp modelId="{C1C51D1D-F22D-48BD-A6F5-2592DFB00A86}">
      <dsp:nvSpPr>
        <dsp:cNvPr id="0" name=""/>
        <dsp:cNvSpPr/>
      </dsp:nvSpPr>
      <dsp:spPr>
        <a:xfrm rot="5400000">
          <a:off x="2474274" y="3434141"/>
          <a:ext cx="233050" cy="279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6902" y="3457446"/>
        <a:ext cx="167796" cy="163135"/>
      </dsp:txXfrm>
    </dsp:sp>
    <dsp:sp modelId="{BBA1DF1F-022D-4FA9-BA0C-38F43CE30D6D}">
      <dsp:nvSpPr>
        <dsp:cNvPr id="0" name=""/>
        <dsp:cNvSpPr/>
      </dsp:nvSpPr>
      <dsp:spPr>
        <a:xfrm>
          <a:off x="1684330" y="3729338"/>
          <a:ext cx="1812938" cy="621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110004020202020204"/>
            </a:rPr>
            <a:t>Repeat</a:t>
          </a:r>
        </a:p>
      </dsp:txBody>
      <dsp:txXfrm>
        <a:off x="1702532" y="3747540"/>
        <a:ext cx="1776534" cy="5850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2E595-D416-433A-A680-FF4801F48B5E}">
      <dsp:nvSpPr>
        <dsp:cNvPr id="0" name=""/>
        <dsp:cNvSpPr/>
      </dsp:nvSpPr>
      <dsp:spPr>
        <a:xfrm>
          <a:off x="3854354" y="-34884"/>
          <a:ext cx="5717731" cy="5717731"/>
        </a:xfrm>
        <a:prstGeom prst="circularArrow">
          <a:avLst>
            <a:gd name="adj1" fmla="val 5544"/>
            <a:gd name="adj2" fmla="val 330680"/>
            <a:gd name="adj3" fmla="val 14471704"/>
            <a:gd name="adj4" fmla="val 1697547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9EF3C-FFC3-4EA6-8AC3-B33EBED83103}">
      <dsp:nvSpPr>
        <dsp:cNvPr id="0" name=""/>
        <dsp:cNvSpPr/>
      </dsp:nvSpPr>
      <dsp:spPr>
        <a:xfrm>
          <a:off x="5795396" y="120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Collect Data </a:t>
          </a:r>
          <a:endParaRPr lang="en-US" sz="1600" kern="1200"/>
        </a:p>
      </dsp:txBody>
      <dsp:txXfrm>
        <a:off x="5840200" y="46008"/>
        <a:ext cx="1746038" cy="828215"/>
      </dsp:txXfrm>
    </dsp:sp>
    <dsp:sp modelId="{7A7CA426-8BB1-4200-9BBF-2C5BAEDCBDD8}">
      <dsp:nvSpPr>
        <dsp:cNvPr id="0" name=""/>
        <dsp:cNvSpPr/>
      </dsp:nvSpPr>
      <dsp:spPr>
        <a:xfrm>
          <a:off x="7701709" y="919236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Select Features and Labels</a:t>
          </a:r>
          <a:endParaRPr lang="en-US" sz="1600" kern="1200"/>
        </a:p>
      </dsp:txBody>
      <dsp:txXfrm>
        <a:off x="7746513" y="964040"/>
        <a:ext cx="1746038" cy="828215"/>
      </dsp:txXfrm>
    </dsp:sp>
    <dsp:sp modelId="{2F65B56B-A3CC-4C8D-BD30-213B4674462D}">
      <dsp:nvSpPr>
        <dsp:cNvPr id="0" name=""/>
        <dsp:cNvSpPr/>
      </dsp:nvSpPr>
      <dsp:spPr>
        <a:xfrm>
          <a:off x="8172529" y="298203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Split Training/Testing Data</a:t>
          </a:r>
          <a:endParaRPr lang="en-US" sz="1600" kern="1200"/>
        </a:p>
      </dsp:txBody>
      <dsp:txXfrm>
        <a:off x="8217333" y="3026838"/>
        <a:ext cx="1746038" cy="828215"/>
      </dsp:txXfrm>
    </dsp:sp>
    <dsp:sp modelId="{AA92438F-3F53-4B2A-8BC6-950445463085}">
      <dsp:nvSpPr>
        <dsp:cNvPr id="0" name=""/>
        <dsp:cNvSpPr/>
      </dsp:nvSpPr>
      <dsp:spPr>
        <a:xfrm>
          <a:off x="6853320" y="4636270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Choose Model Type</a:t>
          </a:r>
        </a:p>
      </dsp:txBody>
      <dsp:txXfrm>
        <a:off x="6898124" y="4681074"/>
        <a:ext cx="1746038" cy="828215"/>
      </dsp:txXfrm>
    </dsp:sp>
    <dsp:sp modelId="{40B7866B-3B2E-401C-8D63-15FC4906166F}">
      <dsp:nvSpPr>
        <dsp:cNvPr id="0" name=""/>
        <dsp:cNvSpPr/>
      </dsp:nvSpPr>
      <dsp:spPr>
        <a:xfrm>
          <a:off x="4737473" y="4636270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Train the Model</a:t>
          </a:r>
        </a:p>
      </dsp:txBody>
      <dsp:txXfrm>
        <a:off x="4782277" y="4681074"/>
        <a:ext cx="1746038" cy="828215"/>
      </dsp:txXfrm>
    </dsp:sp>
    <dsp:sp modelId="{6251E850-6A96-4222-94E0-598EF11BD7B8}">
      <dsp:nvSpPr>
        <dsp:cNvPr id="0" name=""/>
        <dsp:cNvSpPr/>
      </dsp:nvSpPr>
      <dsp:spPr>
        <a:xfrm>
          <a:off x="3418264" y="2982034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Make Prediction</a:t>
          </a:r>
        </a:p>
      </dsp:txBody>
      <dsp:txXfrm>
        <a:off x="3463068" y="3026838"/>
        <a:ext cx="1746038" cy="828215"/>
      </dsp:txXfrm>
    </dsp:sp>
    <dsp:sp modelId="{D12BFB34-3FB5-4351-8C13-F0DA37C7701B}">
      <dsp:nvSpPr>
        <dsp:cNvPr id="0" name=""/>
        <dsp:cNvSpPr/>
      </dsp:nvSpPr>
      <dsp:spPr>
        <a:xfrm>
          <a:off x="3889084" y="919236"/>
          <a:ext cx="1835646" cy="9178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 panose="02110004020202020204"/>
            </a:rPr>
            <a:t>Evaluate Results</a:t>
          </a:r>
        </a:p>
      </dsp:txBody>
      <dsp:txXfrm>
        <a:off x="3933888" y="964040"/>
        <a:ext cx="1746038" cy="828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67B0D7-9D81-054A-46DE-E89B196CE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5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to Machine Learning</a:t>
            </a:r>
            <a:endParaRPr lang="en-US" sz="3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AIRO – Week 1</a:t>
            </a:r>
          </a:p>
          <a:p>
            <a:r>
              <a:rPr lang="en-US" dirty="0"/>
              <a:t>Created By: Caden </a:t>
            </a:r>
            <a:r>
              <a:rPr lang="en-US" dirty="0" err="1"/>
              <a:t>Wondell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AF45-9417-DB2B-C891-BE15F432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A6F82-4D66-3754-FA46-7499702A6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/>
              <a:t>What is Machine Learning? </a:t>
            </a:r>
          </a:p>
          <a:p>
            <a:pPr marL="0" indent="0">
              <a:buNone/>
            </a:pPr>
            <a:r>
              <a:rPr lang="en-US" sz="3200" dirty="0"/>
              <a:t>Traditional Programming vs Machine Learning</a:t>
            </a:r>
          </a:p>
          <a:p>
            <a:pPr marL="0" indent="0">
              <a:buNone/>
            </a:pPr>
            <a:r>
              <a:rPr lang="en-US" sz="3200" dirty="0"/>
              <a:t>How Do Machines Learn?</a:t>
            </a:r>
          </a:p>
          <a:p>
            <a:pPr marL="0" indent="0">
              <a:buNone/>
            </a:pPr>
            <a:r>
              <a:rPr lang="en-US" sz="3200" dirty="0"/>
              <a:t>Supervised Learning</a:t>
            </a:r>
          </a:p>
          <a:p>
            <a:pPr marL="0" indent="0">
              <a:buNone/>
            </a:pPr>
            <a:r>
              <a:rPr lang="en-US" sz="3200" dirty="0"/>
              <a:t>Training vs Testing</a:t>
            </a:r>
          </a:p>
          <a:p>
            <a:pPr marL="0" indent="0">
              <a:buNone/>
            </a:pPr>
            <a:r>
              <a:rPr lang="en-US" sz="3200" dirty="0"/>
              <a:t>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355401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353E-EDB0-42DA-EA81-352829BD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CBB8-84A0-73A7-FC14-08A35E291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159"/>
            <a:ext cx="10515600" cy="44854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Artificial Intelligence (AI)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is the field of creating computer systems        capable of performing tasks that normally require     human intelligence.</a:t>
            </a: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Machine Learning (ML)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allows computers to learn patterns from data        instead of being explicitly programmed.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Machine Learning is a Subset of Artificial Intelligence</a:t>
            </a:r>
            <a:endParaRPr lang="en-US" dirty="0"/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89B7AF6-FA50-2AEC-D951-7BDF7F8011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8854694"/>
              </p:ext>
            </p:extLst>
          </p:nvPr>
        </p:nvGraphicFramePr>
        <p:xfrm>
          <a:off x="4622221" y="1028989"/>
          <a:ext cx="11563350" cy="4784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7021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24D3-F0F2-127F-EDE3-B7D249FF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Traditional Programming vs Machine Learning</a:t>
            </a:r>
            <a:br>
              <a:rPr lang="en-US" sz="2000" dirty="0"/>
            </a:br>
            <a:r>
              <a:rPr lang="en-US" sz="2000" dirty="0"/>
              <a:t>Example:</a:t>
            </a:r>
            <a:r>
              <a:rPr lang="en-US" sz="2000" dirty="0">
                <a:ea typeface="+mj-lt"/>
                <a:cs typeface="+mj-lt"/>
              </a:rPr>
              <a:t> Suppose you want to predict whether an electric motor is about to fail.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8BF1-5D55-5038-F18D-6824EDFAD6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Traditional Programming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Uses fixed rules and thresholds.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Example: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If motor temperature &gt; 90°C → warning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A9DD3-6F52-013C-92DF-7874E5FC9C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Machine Learning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Uses historical sensor data to learn failure patterns.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Inputs: temperature, vibration, current, RPM, load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Output: </a:t>
            </a:r>
            <a:r>
              <a:rPr lang="en-US" b="1">
                <a:ea typeface="+mn-lt"/>
                <a:cs typeface="+mn-lt"/>
              </a:rPr>
              <a:t>Normal / Failure Risk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97C56-3C63-D580-69BE-90C341C18B25}"/>
              </a:ext>
            </a:extLst>
          </p:cNvPr>
          <p:cNvSpPr txBox="1"/>
          <p:nvPr/>
        </p:nvSpPr>
        <p:spPr>
          <a:xfrm>
            <a:off x="1060173" y="4976191"/>
            <a:ext cx="1045596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Why use ML?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Equipment failure may depend on several interacting factors that are difficult to capture with simple rules.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9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7E95-D55C-62A4-9801-A7A06C64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Machines Learn?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336557-2367-561A-FD00-F2EB8F9B33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3678561"/>
              </p:ext>
            </p:extLst>
          </p:nvPr>
        </p:nvGraphicFramePr>
        <p:xfrm>
          <a:off x="-225972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D424A-5882-B70E-98C5-D50A76451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62097" y="1825625"/>
            <a:ext cx="719170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Features: Information used to make a prediction.</a:t>
            </a:r>
          </a:p>
          <a:p>
            <a:r>
              <a:rPr lang="en-US" dirty="0"/>
              <a:t>Target/Label: The value or category the model is trying to predict.</a:t>
            </a:r>
          </a:p>
          <a:p>
            <a:r>
              <a:rPr lang="en-US" dirty="0"/>
              <a:t>Example: Predicting Exam Score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Features: Study Hours, Attendance, Sleep Hours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Target: Exam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1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29BB-B989-1112-8430-7B1C4EE0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F71D-CA79-7087-F2C9-2C2EB39F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 </a:t>
            </a:r>
            <a:r>
              <a:rPr lang="en-US" b="1">
                <a:ea typeface="+mn-lt"/>
                <a:cs typeface="+mn-lt"/>
              </a:rPr>
              <a:t>supervised learning</a:t>
            </a:r>
            <a:r>
              <a:rPr lang="en-US">
                <a:ea typeface="+mn-lt"/>
                <a:cs typeface="+mn-lt"/>
              </a:rPr>
              <a:t>, the model learns from examples where the correct answer is already known.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model sees:</a:t>
            </a:r>
            <a:endParaRPr lang="en-US"/>
          </a:p>
          <a:p>
            <a:pPr marL="457200" lvl="1" indent="0">
              <a:buNone/>
            </a:pPr>
            <a:r>
              <a:rPr lang="en-US">
                <a:latin typeface="Consolas"/>
              </a:rPr>
              <a:t>Input → Correct Answer
Input → Correct Answer
Input → Correct Answer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Two major supervised-learning problems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Regression - &gt; </a:t>
            </a:r>
            <a:r>
              <a:rPr lang="en-US">
                <a:ea typeface="+mn-lt"/>
                <a:cs typeface="+mn-lt"/>
              </a:rPr>
              <a:t>Predict a number.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Classification -&gt; </a:t>
            </a:r>
            <a:r>
              <a:rPr lang="en-US">
                <a:ea typeface="+mn-lt"/>
                <a:cs typeface="+mn-lt"/>
              </a:rPr>
              <a:t>Predict a category.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5585-5BC0-2E8A-0A69-E396021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vs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DDDA-6E04-1850-B0B4-E0346DFF6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How Do We Know if the Model Actually Learned?</a:t>
            </a:r>
          </a:p>
          <a:p>
            <a:pPr marL="457200" lvl="1" indent="0">
              <a:buNone/>
            </a:pPr>
            <a:r>
              <a:rPr lang="en-US" dirty="0"/>
              <a:t>We should not evaluate a model only on data it already saw.</a:t>
            </a:r>
          </a:p>
          <a:p>
            <a:pPr marL="457200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/>
              <a:t>Training Set:</a:t>
            </a:r>
            <a:r>
              <a:rPr lang="en-US" dirty="0">
                <a:ea typeface="+mn-lt"/>
                <a:cs typeface="+mn-lt"/>
              </a:rPr>
              <a:t> Data used to train/teach the model.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Testing Set:</a:t>
            </a:r>
            <a:r>
              <a:rPr lang="en-US" dirty="0">
                <a:ea typeface="+mn-lt"/>
                <a:cs typeface="+mn-lt"/>
              </a:rPr>
              <a:t> Data the model did</a:t>
            </a:r>
            <a:r>
              <a:rPr lang="en-US" b="1" dirty="0">
                <a:ea typeface="+mn-lt"/>
                <a:cs typeface="+mn-lt"/>
              </a:rPr>
              <a:t> not </a:t>
            </a:r>
            <a:r>
              <a:rPr lang="en-US" dirty="0">
                <a:ea typeface="+mn-lt"/>
                <a:cs typeface="+mn-lt"/>
              </a:rPr>
              <a:t>see during training.</a:t>
            </a:r>
            <a:endParaRPr lang="en-US" dirty="0"/>
          </a:p>
          <a:p>
            <a:endParaRPr lang="en-US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useful model should work on new data, not simply remember its training examples.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8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442E-FDCA-CDDC-5639-F8E7BF07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/>
              <a:t>Machine Learning Workflow: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C3C0BC-3700-54A7-A960-668F592A3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492159"/>
              </p:ext>
            </p:extLst>
          </p:nvPr>
        </p:nvGraphicFramePr>
        <p:xfrm>
          <a:off x="-617220" y="880745"/>
          <a:ext cx="13426440" cy="5555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31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Intro to Machine Learning</vt:lpstr>
      <vt:lpstr>Agenda</vt:lpstr>
      <vt:lpstr>What is Machine Learning?</vt:lpstr>
      <vt:lpstr>Traditional Programming vs Machine Learning Example: Suppose you want to predict whether an electric motor is about to fail.</vt:lpstr>
      <vt:lpstr>How Do Machines Learn?</vt:lpstr>
      <vt:lpstr>Supervised Learning</vt:lpstr>
      <vt:lpstr>Testing vs Training</vt:lpstr>
      <vt:lpstr>Machine Learning Workflow: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116</cp:revision>
  <dcterms:created xsi:type="dcterms:W3CDTF">2026-09-03T21:13:02Z</dcterms:created>
  <dcterms:modified xsi:type="dcterms:W3CDTF">2026-09-09T17:08:32Z</dcterms:modified>
</cp:coreProperties>
</file>